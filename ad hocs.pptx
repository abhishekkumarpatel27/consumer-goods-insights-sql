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1.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8" r:id="rId1"/>
  </p:sldMasterIdLst>
  <p:notesMasterIdLst>
    <p:notesMasterId r:id="rId27"/>
  </p:notesMasterIdLst>
  <p:sldIdLst>
    <p:sldId id="256" r:id="rId2"/>
    <p:sldId id="257" r:id="rId3"/>
    <p:sldId id="258" r:id="rId4"/>
    <p:sldId id="269" r:id="rId5"/>
    <p:sldId id="259" r:id="rId6"/>
    <p:sldId id="270" r:id="rId7"/>
    <p:sldId id="260" r:id="rId8"/>
    <p:sldId id="271" r:id="rId9"/>
    <p:sldId id="261" r:id="rId10"/>
    <p:sldId id="272" r:id="rId11"/>
    <p:sldId id="262" r:id="rId12"/>
    <p:sldId id="273" r:id="rId13"/>
    <p:sldId id="263" r:id="rId14"/>
    <p:sldId id="274" r:id="rId15"/>
    <p:sldId id="264" r:id="rId16"/>
    <p:sldId id="275" r:id="rId17"/>
    <p:sldId id="279" r:id="rId18"/>
    <p:sldId id="266" r:id="rId19"/>
    <p:sldId id="276" r:id="rId20"/>
    <p:sldId id="265" r:id="rId21"/>
    <p:sldId id="277" r:id="rId22"/>
    <p:sldId id="267" r:id="rId23"/>
    <p:sldId id="278" r:id="rId24"/>
    <p:sldId id="280" r:id="rId25"/>
    <p:sldId id="268" r:id="rId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4" d="100"/>
          <a:sy n="64" d="100"/>
        </p:scale>
        <p:origin x="234"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bhishek Patel" userId="02a8b230a12bf790" providerId="LiveId" clId="{92496432-C36F-4011-B4C2-9C16350BC228}"/>
    <pc:docChg chg="undo custSel addSld delSld modSld">
      <pc:chgData name="Abhishek Patel" userId="02a8b230a12bf790" providerId="LiveId" clId="{92496432-C36F-4011-B4C2-9C16350BC228}" dt="2026-07-23T14:13:50.966" v="848" actId="20577"/>
      <pc:docMkLst>
        <pc:docMk/>
      </pc:docMkLst>
      <pc:sldChg chg="addSp modSp new mod">
        <pc:chgData name="Abhishek Patel" userId="02a8b230a12bf790" providerId="LiveId" clId="{92496432-C36F-4011-B4C2-9C16350BC228}" dt="2026-07-09T14:58:42.450" v="123" actId="1076"/>
        <pc:sldMkLst>
          <pc:docMk/>
          <pc:sldMk cId="806288411" sldId="256"/>
        </pc:sldMkLst>
        <pc:spChg chg="mod">
          <ac:chgData name="Abhishek Patel" userId="02a8b230a12bf790" providerId="LiveId" clId="{92496432-C36F-4011-B4C2-9C16350BC228}" dt="2026-07-09T14:56:33.731" v="92" actId="1076"/>
          <ac:spMkLst>
            <pc:docMk/>
            <pc:sldMk cId="806288411" sldId="256"/>
            <ac:spMk id="2" creationId="{D1160861-12F3-182B-8FDF-B41AB373B5AB}"/>
          </ac:spMkLst>
        </pc:spChg>
        <pc:spChg chg="mod">
          <ac:chgData name="Abhishek Patel" userId="02a8b230a12bf790" providerId="LiveId" clId="{92496432-C36F-4011-B4C2-9C16350BC228}" dt="2026-07-09T14:56:25.395" v="91" actId="113"/>
          <ac:spMkLst>
            <pc:docMk/>
            <pc:sldMk cId="806288411" sldId="256"/>
            <ac:spMk id="3" creationId="{30444ABE-9AF4-8C0E-D38F-1DB55E89BED2}"/>
          </ac:spMkLst>
        </pc:spChg>
        <pc:spChg chg="add mod">
          <ac:chgData name="Abhishek Patel" userId="02a8b230a12bf790" providerId="LiveId" clId="{92496432-C36F-4011-B4C2-9C16350BC228}" dt="2026-07-09T14:57:43.536" v="118" actId="1076"/>
          <ac:spMkLst>
            <pc:docMk/>
            <pc:sldMk cId="806288411" sldId="256"/>
            <ac:spMk id="5" creationId="{5623C1E6-7A76-11DD-09B3-ED883267CB92}"/>
          </ac:spMkLst>
        </pc:spChg>
        <pc:picChg chg="add mod">
          <ac:chgData name="Abhishek Patel" userId="02a8b230a12bf790" providerId="LiveId" clId="{92496432-C36F-4011-B4C2-9C16350BC228}" dt="2026-07-09T14:58:42.450" v="123" actId="1076"/>
          <ac:picMkLst>
            <pc:docMk/>
            <pc:sldMk cId="806288411" sldId="256"/>
            <ac:picMk id="7" creationId="{3207ED77-1E2C-B512-FC8C-378EBA6DDEEF}"/>
          </ac:picMkLst>
        </pc:picChg>
      </pc:sldChg>
      <pc:sldChg chg="modSp new del mod">
        <pc:chgData name="Abhishek Patel" userId="02a8b230a12bf790" providerId="LiveId" clId="{92496432-C36F-4011-B4C2-9C16350BC228}" dt="2026-07-09T14:50:42.912" v="6" actId="680"/>
        <pc:sldMkLst>
          <pc:docMk/>
          <pc:sldMk cId="308434897" sldId="257"/>
        </pc:sldMkLst>
        <pc:spChg chg="mod">
          <ac:chgData name="Abhishek Patel" userId="02a8b230a12bf790" providerId="LiveId" clId="{92496432-C36F-4011-B4C2-9C16350BC228}" dt="2026-07-09T14:50:42.473" v="5"/>
          <ac:spMkLst>
            <pc:docMk/>
            <pc:sldMk cId="308434897" sldId="257"/>
            <ac:spMk id="3" creationId="{02467899-584E-0EDC-92FB-5D146F3F2E11}"/>
          </ac:spMkLst>
        </pc:spChg>
      </pc:sldChg>
      <pc:sldChg chg="modSp new mod">
        <pc:chgData name="Abhishek Patel" userId="02a8b230a12bf790" providerId="LiveId" clId="{92496432-C36F-4011-B4C2-9C16350BC228}" dt="2026-07-09T15:01:10.632" v="136" actId="1076"/>
        <pc:sldMkLst>
          <pc:docMk/>
          <pc:sldMk cId="1007163576" sldId="257"/>
        </pc:sldMkLst>
        <pc:spChg chg="mod">
          <ac:chgData name="Abhishek Patel" userId="02a8b230a12bf790" providerId="LiveId" clId="{92496432-C36F-4011-B4C2-9C16350BC228}" dt="2026-07-09T15:01:10.632" v="136" actId="1076"/>
          <ac:spMkLst>
            <pc:docMk/>
            <pc:sldMk cId="1007163576" sldId="257"/>
            <ac:spMk id="2" creationId="{73FB508B-4670-5688-E89A-A31ED70E5E09}"/>
          </ac:spMkLst>
        </pc:spChg>
        <pc:spChg chg="mod">
          <ac:chgData name="Abhishek Patel" userId="02a8b230a12bf790" providerId="LiveId" clId="{92496432-C36F-4011-B4C2-9C16350BC228}" dt="2026-07-09T15:00:59.743" v="134" actId="1076"/>
          <ac:spMkLst>
            <pc:docMk/>
            <pc:sldMk cId="1007163576" sldId="257"/>
            <ac:spMk id="3" creationId="{2D754CAF-FD07-F99C-D24B-F7D58D455CBA}"/>
          </ac:spMkLst>
        </pc:spChg>
      </pc:sldChg>
      <pc:sldChg chg="addSp delSp modSp new mod">
        <pc:chgData name="Abhishek Patel" userId="02a8b230a12bf790" providerId="LiveId" clId="{92496432-C36F-4011-B4C2-9C16350BC228}" dt="2026-07-09T16:33:36.581" v="179" actId="14100"/>
        <pc:sldMkLst>
          <pc:docMk/>
          <pc:sldMk cId="3956227161" sldId="258"/>
        </pc:sldMkLst>
        <pc:spChg chg="mod">
          <ac:chgData name="Abhishek Patel" userId="02a8b230a12bf790" providerId="LiveId" clId="{92496432-C36F-4011-B4C2-9C16350BC228}" dt="2026-07-09T15:05:14.982" v="173" actId="14100"/>
          <ac:spMkLst>
            <pc:docMk/>
            <pc:sldMk cId="3956227161" sldId="258"/>
            <ac:spMk id="2" creationId="{FC793D4A-5739-7498-B1CE-3FA355CDCDF3}"/>
          </ac:spMkLst>
        </pc:spChg>
        <pc:spChg chg="del">
          <ac:chgData name="Abhishek Patel" userId="02a8b230a12bf790" providerId="LiveId" clId="{92496432-C36F-4011-B4C2-9C16350BC228}" dt="2026-07-09T16:33:20.193" v="174" actId="931"/>
          <ac:spMkLst>
            <pc:docMk/>
            <pc:sldMk cId="3956227161" sldId="258"/>
            <ac:spMk id="3" creationId="{487B1FE7-6E60-DCBD-88E5-8A131EA64A79}"/>
          </ac:spMkLst>
        </pc:spChg>
        <pc:picChg chg="add mod">
          <ac:chgData name="Abhishek Patel" userId="02a8b230a12bf790" providerId="LiveId" clId="{92496432-C36F-4011-B4C2-9C16350BC228}" dt="2026-07-09T16:33:36.581" v="179" actId="14100"/>
          <ac:picMkLst>
            <pc:docMk/>
            <pc:sldMk cId="3956227161" sldId="258"/>
            <ac:picMk id="5" creationId="{EFEBFF3B-06C5-BF9A-65AA-0A9B80A4EE4C}"/>
          </ac:picMkLst>
        </pc:picChg>
      </pc:sldChg>
      <pc:sldChg chg="addSp delSp modSp new mod">
        <pc:chgData name="Abhishek Patel" userId="02a8b230a12bf790" providerId="LiveId" clId="{92496432-C36F-4011-B4C2-9C16350BC228}" dt="2026-07-09T16:39:47.086" v="223" actId="14100"/>
        <pc:sldMkLst>
          <pc:docMk/>
          <pc:sldMk cId="3781471469" sldId="259"/>
        </pc:sldMkLst>
        <pc:spChg chg="mod">
          <ac:chgData name="Abhishek Patel" userId="02a8b230a12bf790" providerId="LiveId" clId="{92496432-C36F-4011-B4C2-9C16350BC228}" dt="2026-07-09T16:39:42.186" v="222" actId="1076"/>
          <ac:spMkLst>
            <pc:docMk/>
            <pc:sldMk cId="3781471469" sldId="259"/>
            <ac:spMk id="2" creationId="{DA900352-C796-7813-090D-0C603A04F747}"/>
          </ac:spMkLst>
        </pc:spChg>
        <pc:spChg chg="del">
          <ac:chgData name="Abhishek Patel" userId="02a8b230a12bf790" providerId="LiveId" clId="{92496432-C36F-4011-B4C2-9C16350BC228}" dt="2026-07-09T16:38:17.875" v="208" actId="931"/>
          <ac:spMkLst>
            <pc:docMk/>
            <pc:sldMk cId="3781471469" sldId="259"/>
            <ac:spMk id="3" creationId="{94CC274D-E13C-9C73-396B-0DF5041F75FA}"/>
          </ac:spMkLst>
        </pc:spChg>
        <pc:picChg chg="add mod">
          <ac:chgData name="Abhishek Patel" userId="02a8b230a12bf790" providerId="LiveId" clId="{92496432-C36F-4011-B4C2-9C16350BC228}" dt="2026-07-09T16:39:47.086" v="223" actId="14100"/>
          <ac:picMkLst>
            <pc:docMk/>
            <pc:sldMk cId="3781471469" sldId="259"/>
            <ac:picMk id="5" creationId="{F3D8B230-8610-2DB7-A415-F355E4D0D5CD}"/>
          </ac:picMkLst>
        </pc:picChg>
      </pc:sldChg>
      <pc:sldChg chg="addSp delSp modSp new mod">
        <pc:chgData name="Abhishek Patel" userId="02a8b230a12bf790" providerId="LiveId" clId="{92496432-C36F-4011-B4C2-9C16350BC228}" dt="2026-07-09T16:47:12.129" v="250" actId="14100"/>
        <pc:sldMkLst>
          <pc:docMk/>
          <pc:sldMk cId="3647589752" sldId="260"/>
        </pc:sldMkLst>
        <pc:spChg chg="mod">
          <ac:chgData name="Abhishek Patel" userId="02a8b230a12bf790" providerId="LiveId" clId="{92496432-C36F-4011-B4C2-9C16350BC228}" dt="2026-07-09T16:47:08.397" v="249" actId="1076"/>
          <ac:spMkLst>
            <pc:docMk/>
            <pc:sldMk cId="3647589752" sldId="260"/>
            <ac:spMk id="2" creationId="{F9A45D62-8B38-5FBF-FB9B-B37A17324599}"/>
          </ac:spMkLst>
        </pc:spChg>
        <pc:spChg chg="del">
          <ac:chgData name="Abhishek Patel" userId="02a8b230a12bf790" providerId="LiveId" clId="{92496432-C36F-4011-B4C2-9C16350BC228}" dt="2026-07-09T16:46:35.660" v="244" actId="931"/>
          <ac:spMkLst>
            <pc:docMk/>
            <pc:sldMk cId="3647589752" sldId="260"/>
            <ac:spMk id="3" creationId="{B22E9DF4-BC9E-9150-F81C-07E3D62E295B}"/>
          </ac:spMkLst>
        </pc:spChg>
        <pc:picChg chg="add mod">
          <ac:chgData name="Abhishek Patel" userId="02a8b230a12bf790" providerId="LiveId" clId="{92496432-C36F-4011-B4C2-9C16350BC228}" dt="2026-07-09T16:47:12.129" v="250" actId="14100"/>
          <ac:picMkLst>
            <pc:docMk/>
            <pc:sldMk cId="3647589752" sldId="260"/>
            <ac:picMk id="5" creationId="{08B68EAA-56AF-BF15-48C1-B4B7BE894895}"/>
          </ac:picMkLst>
        </pc:picChg>
      </pc:sldChg>
      <pc:sldChg chg="addSp delSp modSp mod">
        <pc:chgData name="Abhishek Patel" userId="02a8b230a12bf790" providerId="LiveId" clId="{92496432-C36F-4011-B4C2-9C16350BC228}" dt="2026-07-22T14:11:59.346" v="694" actId="14100"/>
        <pc:sldMkLst>
          <pc:docMk/>
          <pc:sldMk cId="4283213110" sldId="264"/>
        </pc:sldMkLst>
        <pc:spChg chg="mod">
          <ac:chgData name="Abhishek Patel" userId="02a8b230a12bf790" providerId="LiveId" clId="{92496432-C36F-4011-B4C2-9C16350BC228}" dt="2026-07-16T19:33:03.617" v="562" actId="1076"/>
          <ac:spMkLst>
            <pc:docMk/>
            <pc:sldMk cId="4283213110" sldId="264"/>
            <ac:spMk id="2" creationId="{6922EE8B-0721-988C-21D6-73E45196D6CF}"/>
          </ac:spMkLst>
        </pc:spChg>
        <pc:spChg chg="del">
          <ac:chgData name="Abhishek Patel" userId="02a8b230a12bf790" providerId="LiveId" clId="{92496432-C36F-4011-B4C2-9C16350BC228}" dt="2026-07-16T19:31:41.648" v="548" actId="931"/>
          <ac:spMkLst>
            <pc:docMk/>
            <pc:sldMk cId="4283213110" sldId="264"/>
            <ac:spMk id="3" creationId="{9275A9A2-50E5-EB77-D79B-3206E233B780}"/>
          </ac:spMkLst>
        </pc:spChg>
        <pc:spChg chg="add del mod">
          <ac:chgData name="Abhishek Patel" userId="02a8b230a12bf790" providerId="LiveId" clId="{92496432-C36F-4011-B4C2-9C16350BC228}" dt="2026-07-22T14:11:46.013" v="690" actId="931"/>
          <ac:spMkLst>
            <pc:docMk/>
            <pc:sldMk cId="4283213110" sldId="264"/>
            <ac:spMk id="4" creationId="{47253B55-ED8A-3AEA-0AB9-92DBE1E3B3D7}"/>
          </ac:spMkLst>
        </pc:spChg>
        <pc:picChg chg="add del mod">
          <ac:chgData name="Abhishek Patel" userId="02a8b230a12bf790" providerId="LiveId" clId="{92496432-C36F-4011-B4C2-9C16350BC228}" dt="2026-07-22T14:11:37.418" v="689" actId="478"/>
          <ac:picMkLst>
            <pc:docMk/>
            <pc:sldMk cId="4283213110" sldId="264"/>
            <ac:picMk id="5" creationId="{26204ACF-C6A5-F79A-066A-AE688A02F0E2}"/>
          </ac:picMkLst>
        </pc:picChg>
        <pc:picChg chg="add mod">
          <ac:chgData name="Abhishek Patel" userId="02a8b230a12bf790" providerId="LiveId" clId="{92496432-C36F-4011-B4C2-9C16350BC228}" dt="2026-07-22T14:11:59.346" v="694" actId="14100"/>
          <ac:picMkLst>
            <pc:docMk/>
            <pc:sldMk cId="4283213110" sldId="264"/>
            <ac:picMk id="7" creationId="{0947FC7C-E899-C31F-2238-D279E561FC47}"/>
          </ac:picMkLst>
        </pc:picChg>
      </pc:sldChg>
      <pc:sldChg chg="addSp delSp modSp mod">
        <pc:chgData name="Abhishek Patel" userId="02a8b230a12bf790" providerId="LiveId" clId="{92496432-C36F-4011-B4C2-9C16350BC228}" dt="2026-07-16T18:44:54.374" v="485" actId="14100"/>
        <pc:sldMkLst>
          <pc:docMk/>
          <pc:sldMk cId="3460294799" sldId="266"/>
        </pc:sldMkLst>
        <pc:spChg chg="add del mod">
          <ac:chgData name="Abhishek Patel" userId="02a8b230a12bf790" providerId="LiveId" clId="{92496432-C36F-4011-B4C2-9C16350BC228}" dt="2026-07-16T18:44:43.253" v="482" actId="931"/>
          <ac:spMkLst>
            <pc:docMk/>
            <pc:sldMk cId="3460294799" sldId="266"/>
            <ac:spMk id="4" creationId="{454B9B77-03A2-3512-4D15-B9CCEB75CC7E}"/>
          </ac:spMkLst>
        </pc:spChg>
        <pc:picChg chg="del">
          <ac:chgData name="Abhishek Patel" userId="02a8b230a12bf790" providerId="LiveId" clId="{92496432-C36F-4011-B4C2-9C16350BC228}" dt="2026-07-16T18:44:19.522" v="481" actId="478"/>
          <ac:picMkLst>
            <pc:docMk/>
            <pc:sldMk cId="3460294799" sldId="266"/>
            <ac:picMk id="5" creationId="{866AE3D6-697D-265E-6229-B6B3ACD394D8}"/>
          </ac:picMkLst>
        </pc:picChg>
        <pc:picChg chg="add mod">
          <ac:chgData name="Abhishek Patel" userId="02a8b230a12bf790" providerId="LiveId" clId="{92496432-C36F-4011-B4C2-9C16350BC228}" dt="2026-07-16T18:44:54.374" v="485" actId="14100"/>
          <ac:picMkLst>
            <pc:docMk/>
            <pc:sldMk cId="3460294799" sldId="266"/>
            <ac:picMk id="7" creationId="{73C9AFAD-04C6-0FA1-CC2B-29B9A38520AE}"/>
          </ac:picMkLst>
        </pc:picChg>
      </pc:sldChg>
      <pc:sldChg chg="modSp mod">
        <pc:chgData name="Abhishek Patel" userId="02a8b230a12bf790" providerId="LiveId" clId="{92496432-C36F-4011-B4C2-9C16350BC228}" dt="2026-07-23T14:13:50.966" v="848" actId="20577"/>
        <pc:sldMkLst>
          <pc:docMk/>
          <pc:sldMk cId="3484066273" sldId="268"/>
        </pc:sldMkLst>
        <pc:spChg chg="mod">
          <ac:chgData name="Abhishek Patel" userId="02a8b230a12bf790" providerId="LiveId" clId="{92496432-C36F-4011-B4C2-9C16350BC228}" dt="2026-07-23T14:13:50.966" v="848" actId="20577"/>
          <ac:spMkLst>
            <pc:docMk/>
            <pc:sldMk cId="3484066273" sldId="268"/>
            <ac:spMk id="2" creationId="{B761D1DC-0D59-4292-9B4F-30A2CF44EA96}"/>
          </ac:spMkLst>
        </pc:spChg>
      </pc:sldChg>
      <pc:sldChg chg="addSp delSp modSp mod">
        <pc:chgData name="Abhishek Patel" userId="02a8b230a12bf790" providerId="LiveId" clId="{92496432-C36F-4011-B4C2-9C16350BC228}" dt="2026-07-11T05:03:02.719" v="414" actId="20577"/>
        <pc:sldMkLst>
          <pc:docMk/>
          <pc:sldMk cId="191145329" sldId="270"/>
        </pc:sldMkLst>
        <pc:spChg chg="del mod">
          <ac:chgData name="Abhishek Patel" userId="02a8b230a12bf790" providerId="LiveId" clId="{92496432-C36F-4011-B4C2-9C16350BC228}" dt="2026-07-11T04:58:40.241" v="364" actId="478"/>
          <ac:spMkLst>
            <pc:docMk/>
            <pc:sldMk cId="191145329" sldId="270"/>
            <ac:spMk id="2" creationId="{D910688F-95F4-CFA8-6C95-9FA7323C73A8}"/>
          </ac:spMkLst>
        </pc:spChg>
        <pc:spChg chg="mod">
          <ac:chgData name="Abhishek Patel" userId="02a8b230a12bf790" providerId="LiveId" clId="{92496432-C36F-4011-B4C2-9C16350BC228}" dt="2026-07-11T05:03:02.719" v="414" actId="20577"/>
          <ac:spMkLst>
            <pc:docMk/>
            <pc:sldMk cId="191145329" sldId="270"/>
            <ac:spMk id="3" creationId="{4DD4ED54-30F0-1063-1F33-9C460FEEC345}"/>
          </ac:spMkLst>
        </pc:spChg>
        <pc:spChg chg="add del mod">
          <ac:chgData name="Abhishek Patel" userId="02a8b230a12bf790" providerId="LiveId" clId="{92496432-C36F-4011-B4C2-9C16350BC228}" dt="2026-07-11T05:02:42.716" v="411"/>
          <ac:spMkLst>
            <pc:docMk/>
            <pc:sldMk cId="191145329" sldId="270"/>
            <ac:spMk id="5" creationId="{38BFF0EE-F908-291E-EBFB-0505D13F087C}"/>
          </ac:spMkLst>
        </pc:spChg>
        <pc:spChg chg="add mod">
          <ac:chgData name="Abhishek Patel" userId="02a8b230a12bf790" providerId="LiveId" clId="{92496432-C36F-4011-B4C2-9C16350BC228}" dt="2026-07-11T05:02:40.381" v="409"/>
          <ac:spMkLst>
            <pc:docMk/>
            <pc:sldMk cId="191145329" sldId="270"/>
            <ac:spMk id="6" creationId="{B79AA2B3-A1B5-E0FA-E8F1-D111CBC59752}"/>
          </ac:spMkLst>
        </pc:spChg>
        <pc:spChg chg="add mod">
          <ac:chgData name="Abhishek Patel" userId="02a8b230a12bf790" providerId="LiveId" clId="{92496432-C36F-4011-B4C2-9C16350BC228}" dt="2026-07-11T05:02:40.381" v="409"/>
          <ac:spMkLst>
            <pc:docMk/>
            <pc:sldMk cId="191145329" sldId="270"/>
            <ac:spMk id="7" creationId="{58B7D87F-53FA-67B6-C6AD-CB6FF2357783}"/>
          </ac:spMkLst>
        </pc:spChg>
        <pc:graphicFrameChg chg="add mod">
          <ac:chgData name="Abhishek Patel" userId="02a8b230a12bf790" providerId="LiveId" clId="{92496432-C36F-4011-B4C2-9C16350BC228}" dt="2026-07-11T05:02:12.008" v="407" actId="1076"/>
          <ac:graphicFrameMkLst>
            <pc:docMk/>
            <pc:sldMk cId="191145329" sldId="270"/>
            <ac:graphicFrameMk id="4" creationId="{CD619BEF-AE8E-AE47-6C6D-E33D1826764B}"/>
          </ac:graphicFrameMkLst>
        </pc:graphicFrameChg>
      </pc:sldChg>
      <pc:sldChg chg="addSp delSp modSp mod">
        <pc:chgData name="Abhishek Patel" userId="02a8b230a12bf790" providerId="LiveId" clId="{92496432-C36F-4011-B4C2-9C16350BC228}" dt="2026-07-16T20:51:44.686" v="617" actId="20577"/>
        <pc:sldMkLst>
          <pc:docMk/>
          <pc:sldMk cId="1200331146" sldId="271"/>
        </pc:sldMkLst>
        <pc:spChg chg="del">
          <ac:chgData name="Abhishek Patel" userId="02a8b230a12bf790" providerId="LiveId" clId="{92496432-C36F-4011-B4C2-9C16350BC228}" dt="2026-07-11T04:36:25.952" v="252" actId="478"/>
          <ac:spMkLst>
            <pc:docMk/>
            <pc:sldMk cId="1200331146" sldId="271"/>
            <ac:spMk id="2" creationId="{E433BE05-4413-84D6-4644-4623A5299E33}"/>
          </ac:spMkLst>
        </pc:spChg>
        <pc:spChg chg="add del mod">
          <ac:chgData name="Abhishek Patel" userId="02a8b230a12bf790" providerId="LiveId" clId="{92496432-C36F-4011-B4C2-9C16350BC228}" dt="2026-07-11T04:39:26.025" v="263"/>
          <ac:spMkLst>
            <pc:docMk/>
            <pc:sldMk cId="1200331146" sldId="271"/>
            <ac:spMk id="3" creationId="{AF8A0A1E-1880-EE04-F2B4-97D651A94743}"/>
          </ac:spMkLst>
        </pc:spChg>
        <pc:spChg chg="add mod">
          <ac:chgData name="Abhishek Patel" userId="02a8b230a12bf790" providerId="LiveId" clId="{92496432-C36F-4011-B4C2-9C16350BC228}" dt="2026-07-16T20:51:44.686" v="617" actId="20577"/>
          <ac:spMkLst>
            <pc:docMk/>
            <pc:sldMk cId="1200331146" sldId="271"/>
            <ac:spMk id="5" creationId="{CE201554-DA8B-5E20-AA25-86957EBCECF9}"/>
          </ac:spMkLst>
        </pc:spChg>
        <pc:spChg chg="add mod">
          <ac:chgData name="Abhishek Patel" userId="02a8b230a12bf790" providerId="LiveId" clId="{92496432-C36F-4011-B4C2-9C16350BC228}" dt="2026-07-11T04:41:35.098" v="292" actId="1076"/>
          <ac:spMkLst>
            <pc:docMk/>
            <pc:sldMk cId="1200331146" sldId="271"/>
            <ac:spMk id="6" creationId="{C28F8EEB-B954-1974-8A5D-33B6DCF7CEA8}"/>
          </ac:spMkLst>
        </pc:spChg>
        <pc:spChg chg="add mod">
          <ac:chgData name="Abhishek Patel" userId="02a8b230a12bf790" providerId="LiveId" clId="{92496432-C36F-4011-B4C2-9C16350BC228}" dt="2026-07-11T04:42:36.981" v="297" actId="1076"/>
          <ac:spMkLst>
            <pc:docMk/>
            <pc:sldMk cId="1200331146" sldId="271"/>
            <ac:spMk id="7" creationId="{0AC62E64-7CA4-9B7D-EB96-5CCE21705FE6}"/>
          </ac:spMkLst>
        </pc:spChg>
        <pc:graphicFrameChg chg="mod">
          <ac:chgData name="Abhishek Patel" userId="02a8b230a12bf790" providerId="LiveId" clId="{92496432-C36F-4011-B4C2-9C16350BC228}" dt="2026-07-11T04:45:49.060" v="355" actId="20577"/>
          <ac:graphicFrameMkLst>
            <pc:docMk/>
            <pc:sldMk cId="1200331146" sldId="271"/>
            <ac:graphicFrameMk id="4" creationId="{D91ED805-915F-703A-B69B-0E4C871582AE}"/>
          </ac:graphicFrameMkLst>
        </pc:graphicFrameChg>
      </pc:sldChg>
      <pc:sldChg chg="addSp delSp modSp mod">
        <pc:chgData name="Abhishek Patel" userId="02a8b230a12bf790" providerId="LiveId" clId="{92496432-C36F-4011-B4C2-9C16350BC228}" dt="2026-07-16T20:53:59.559" v="648" actId="1076"/>
        <pc:sldMkLst>
          <pc:docMk/>
          <pc:sldMk cId="134108221" sldId="272"/>
        </pc:sldMkLst>
        <pc:spChg chg="mod">
          <ac:chgData name="Abhishek Patel" userId="02a8b230a12bf790" providerId="LiveId" clId="{92496432-C36F-4011-B4C2-9C16350BC228}" dt="2026-07-16T20:53:59.559" v="648" actId="1076"/>
          <ac:spMkLst>
            <pc:docMk/>
            <pc:sldMk cId="134108221" sldId="272"/>
            <ac:spMk id="2" creationId="{28CF57C2-F21B-B3C5-D013-97290A90C5B6}"/>
          </ac:spMkLst>
        </pc:spChg>
        <pc:spChg chg="del mod">
          <ac:chgData name="Abhishek Patel" userId="02a8b230a12bf790" providerId="LiveId" clId="{92496432-C36F-4011-B4C2-9C16350BC228}" dt="2026-07-11T05:20:01.017" v="460" actId="478"/>
          <ac:spMkLst>
            <pc:docMk/>
            <pc:sldMk cId="134108221" sldId="272"/>
            <ac:spMk id="2" creationId="{AB1C366C-A23D-CE46-9226-CA7E4D2BC281}"/>
          </ac:spMkLst>
        </pc:spChg>
        <pc:spChg chg="mod">
          <ac:chgData name="Abhishek Patel" userId="02a8b230a12bf790" providerId="LiveId" clId="{92496432-C36F-4011-B4C2-9C16350BC228}" dt="2026-07-16T20:53:59.559" v="648" actId="1076"/>
          <ac:spMkLst>
            <pc:docMk/>
            <pc:sldMk cId="134108221" sldId="272"/>
            <ac:spMk id="3" creationId="{79B23F24-C1EF-EBB7-2FAB-9015CC895377}"/>
          </ac:spMkLst>
        </pc:spChg>
        <pc:spChg chg="del">
          <ac:chgData name="Abhishek Patel" userId="02a8b230a12bf790" providerId="LiveId" clId="{92496432-C36F-4011-B4C2-9C16350BC228}" dt="2026-07-11T05:15:43.638" v="416"/>
          <ac:spMkLst>
            <pc:docMk/>
            <pc:sldMk cId="134108221" sldId="272"/>
            <ac:spMk id="3" creationId="{B9FDEC95-3D5D-A44E-122F-AF7BAD7BD250}"/>
          </ac:spMkLst>
        </pc:spChg>
        <pc:spChg chg="add del mod">
          <ac:chgData name="Abhishek Patel" userId="02a8b230a12bf790" providerId="LiveId" clId="{92496432-C36F-4011-B4C2-9C16350BC228}" dt="2026-07-11T05:20:09.728" v="461" actId="478"/>
          <ac:spMkLst>
            <pc:docMk/>
            <pc:sldMk cId="134108221" sldId="272"/>
            <ac:spMk id="7" creationId="{DCACC5F0-A347-0DC4-66CB-5F957674DCF0}"/>
          </ac:spMkLst>
        </pc:spChg>
        <pc:spChg chg="add mod">
          <ac:chgData name="Abhishek Patel" userId="02a8b230a12bf790" providerId="LiveId" clId="{92496432-C36F-4011-B4C2-9C16350BC228}" dt="2026-07-16T20:53:44.220" v="646" actId="1076"/>
          <ac:spMkLst>
            <pc:docMk/>
            <pc:sldMk cId="134108221" sldId="272"/>
            <ac:spMk id="8" creationId="{0A22D9CC-58E2-B4B6-623A-AEEF18456BD1}"/>
          </ac:spMkLst>
        </pc:spChg>
        <pc:graphicFrameChg chg="add mod modGraphic">
          <ac:chgData name="Abhishek Patel" userId="02a8b230a12bf790" providerId="LiveId" clId="{92496432-C36F-4011-B4C2-9C16350BC228}" dt="2026-07-11T05:22:27.055" v="480" actId="404"/>
          <ac:graphicFrameMkLst>
            <pc:docMk/>
            <pc:sldMk cId="134108221" sldId="272"/>
            <ac:graphicFrameMk id="4" creationId="{93643EF8-FA13-B6CC-100B-513C863C870B}"/>
          </ac:graphicFrameMkLst>
        </pc:graphicFrameChg>
        <pc:graphicFrameChg chg="add mod">
          <ac:chgData name="Abhishek Patel" userId="02a8b230a12bf790" providerId="LiveId" clId="{92496432-C36F-4011-B4C2-9C16350BC228}" dt="2026-07-11T05:16:09.496" v="419"/>
          <ac:graphicFrameMkLst>
            <pc:docMk/>
            <pc:sldMk cId="134108221" sldId="272"/>
            <ac:graphicFrameMk id="5" creationId="{4CCF23FD-96E9-3B81-9209-710072DA89E5}"/>
          </ac:graphicFrameMkLst>
        </pc:graphicFrameChg>
      </pc:sldChg>
      <pc:sldChg chg="modSp mod">
        <pc:chgData name="Abhishek Patel" userId="02a8b230a12bf790" providerId="LiveId" clId="{92496432-C36F-4011-B4C2-9C16350BC228}" dt="2026-07-16T20:51:56.640" v="619" actId="12"/>
        <pc:sldMkLst>
          <pc:docMk/>
          <pc:sldMk cId="3190396493" sldId="273"/>
        </pc:sldMkLst>
        <pc:spChg chg="mod">
          <ac:chgData name="Abhishek Patel" userId="02a8b230a12bf790" providerId="LiveId" clId="{92496432-C36F-4011-B4C2-9C16350BC228}" dt="2026-07-16T20:51:56.640" v="619" actId="12"/>
          <ac:spMkLst>
            <pc:docMk/>
            <pc:sldMk cId="3190396493" sldId="273"/>
            <ac:spMk id="3" creationId="{16EB97DB-2D00-30FE-D846-D654E53006EA}"/>
          </ac:spMkLst>
        </pc:spChg>
      </pc:sldChg>
      <pc:sldChg chg="addSp delSp modSp mod">
        <pc:chgData name="Abhishek Patel" userId="02a8b230a12bf790" providerId="LiveId" clId="{92496432-C36F-4011-B4C2-9C16350BC228}" dt="2026-07-23T14:01:58.586" v="766" actId="403"/>
        <pc:sldMkLst>
          <pc:docMk/>
          <pc:sldMk cId="3635141989" sldId="275"/>
        </pc:sldMkLst>
        <pc:spChg chg="del">
          <ac:chgData name="Abhishek Patel" userId="02a8b230a12bf790" providerId="LiveId" clId="{92496432-C36F-4011-B4C2-9C16350BC228}" dt="2026-07-18T04:56:04.329" v="652" actId="478"/>
          <ac:spMkLst>
            <pc:docMk/>
            <pc:sldMk cId="3635141989" sldId="275"/>
            <ac:spMk id="2" creationId="{8E244FDD-245D-EDEB-64E3-8213C4A9612B}"/>
          </ac:spMkLst>
        </pc:spChg>
        <pc:spChg chg="del">
          <ac:chgData name="Abhishek Patel" userId="02a8b230a12bf790" providerId="LiveId" clId="{92496432-C36F-4011-B4C2-9C16350BC228}" dt="2026-07-18T04:56:00.070" v="651" actId="478"/>
          <ac:spMkLst>
            <pc:docMk/>
            <pc:sldMk cId="3635141989" sldId="275"/>
            <ac:spMk id="3" creationId="{3B7F7A20-7E9D-EE54-B844-663808CAD54B}"/>
          </ac:spMkLst>
        </pc:spChg>
        <pc:spChg chg="add del mod">
          <ac:chgData name="Abhishek Patel" userId="02a8b230a12bf790" providerId="LiveId" clId="{92496432-C36F-4011-B4C2-9C16350BC228}" dt="2026-07-23T13:24:45.339" v="733" actId="478"/>
          <ac:spMkLst>
            <pc:docMk/>
            <pc:sldMk cId="3635141989" sldId="275"/>
            <ac:spMk id="5" creationId="{6E93133E-1B2A-FA5A-51D4-438794BED2B3}"/>
          </ac:spMkLst>
        </pc:spChg>
        <pc:spChg chg="add del mod">
          <ac:chgData name="Abhishek Patel" userId="02a8b230a12bf790" providerId="LiveId" clId="{92496432-C36F-4011-B4C2-9C16350BC228}" dt="2026-07-23T13:06:07.064" v="728" actId="47"/>
          <ac:spMkLst>
            <pc:docMk/>
            <pc:sldMk cId="3635141989" sldId="275"/>
            <ac:spMk id="10" creationId="{31E594F5-051D-A29F-7712-BF3474DD3F3E}"/>
          </ac:spMkLst>
        </pc:spChg>
        <pc:spChg chg="add del mod">
          <ac:chgData name="Abhishek Patel" userId="02a8b230a12bf790" providerId="LiveId" clId="{92496432-C36F-4011-B4C2-9C16350BC228}" dt="2026-07-23T13:24:57.125" v="737" actId="478"/>
          <ac:spMkLst>
            <pc:docMk/>
            <pc:sldMk cId="3635141989" sldId="275"/>
            <ac:spMk id="11" creationId="{FCBBC2B6-63A4-CE32-2DBF-8485EF118076}"/>
          </ac:spMkLst>
        </pc:spChg>
        <pc:graphicFrameChg chg="add del mod">
          <ac:chgData name="Abhishek Patel" userId="02a8b230a12bf790" providerId="LiveId" clId="{92496432-C36F-4011-B4C2-9C16350BC228}" dt="2026-07-23T13:24:42.165" v="732" actId="478"/>
          <ac:graphicFrameMkLst>
            <pc:docMk/>
            <pc:sldMk cId="3635141989" sldId="275"/>
            <ac:graphicFrameMk id="4" creationId="{60AB9E8E-27F7-944F-5F73-6708E27B823B}"/>
          </ac:graphicFrameMkLst>
        </pc:graphicFrameChg>
        <pc:graphicFrameChg chg="add mod">
          <ac:chgData name="Abhishek Patel" userId="02a8b230a12bf790" providerId="LiveId" clId="{92496432-C36F-4011-B4C2-9C16350BC228}" dt="2026-07-23T14:01:58.586" v="766" actId="403"/>
          <ac:graphicFrameMkLst>
            <pc:docMk/>
            <pc:sldMk cId="3635141989" sldId="275"/>
            <ac:graphicFrameMk id="16" creationId="{4DAA6557-8A78-5670-98AF-B93CE48FFBF2}"/>
          </ac:graphicFrameMkLst>
        </pc:graphicFrameChg>
        <pc:picChg chg="add del mod">
          <ac:chgData name="Abhishek Patel" userId="02a8b230a12bf790" providerId="LiveId" clId="{92496432-C36F-4011-B4C2-9C16350BC228}" dt="2026-07-23T14:01:18.343" v="745" actId="478"/>
          <ac:picMkLst>
            <pc:docMk/>
            <pc:sldMk cId="3635141989" sldId="275"/>
            <ac:picMk id="15" creationId="{1FF617EE-E1D3-F94D-3245-8840E280AD85}"/>
          </ac:picMkLst>
        </pc:picChg>
        <pc:cxnChg chg="add del">
          <ac:chgData name="Abhishek Patel" userId="02a8b230a12bf790" providerId="LiveId" clId="{92496432-C36F-4011-B4C2-9C16350BC228}" dt="2026-07-23T13:24:48.482" v="734" actId="478"/>
          <ac:cxnSpMkLst>
            <pc:docMk/>
            <pc:sldMk cId="3635141989" sldId="275"/>
            <ac:cxnSpMk id="3" creationId="{6247AFAB-DB71-2CB2-5459-F0799623588F}"/>
          </ac:cxnSpMkLst>
        </pc:cxnChg>
        <pc:cxnChg chg="add del mod">
          <ac:chgData name="Abhishek Patel" userId="02a8b230a12bf790" providerId="LiveId" clId="{92496432-C36F-4011-B4C2-9C16350BC228}" dt="2026-07-23T12:07:18.664" v="718" actId="478"/>
          <ac:cxnSpMkLst>
            <pc:docMk/>
            <pc:sldMk cId="3635141989" sldId="275"/>
            <ac:cxnSpMk id="7" creationId="{C95A5A11-4EFC-3F03-812B-D362FF8BC1A8}"/>
          </ac:cxnSpMkLst>
        </pc:cxnChg>
        <pc:cxnChg chg="add del">
          <ac:chgData name="Abhishek Patel" userId="02a8b230a12bf790" providerId="LiveId" clId="{92496432-C36F-4011-B4C2-9C16350BC228}" dt="2026-07-23T13:24:51.230" v="735" actId="478"/>
          <ac:cxnSpMkLst>
            <pc:docMk/>
            <pc:sldMk cId="3635141989" sldId="275"/>
            <ac:cxnSpMk id="9" creationId="{8BE9A6F9-93D3-6E84-BFE5-0E34937C46F2}"/>
          </ac:cxnSpMkLst>
        </pc:cxnChg>
        <pc:cxnChg chg="add del">
          <ac:chgData name="Abhishek Patel" userId="02a8b230a12bf790" providerId="LiveId" clId="{92496432-C36F-4011-B4C2-9C16350BC228}" dt="2026-07-23T13:07:12.708" v="730" actId="11529"/>
          <ac:cxnSpMkLst>
            <pc:docMk/>
            <pc:sldMk cId="3635141989" sldId="275"/>
            <ac:cxnSpMk id="13" creationId="{1CA97B3E-1417-75A3-3925-9B31FDF4DBB2}"/>
          </ac:cxnSpMkLst>
        </pc:cxnChg>
      </pc:sldChg>
      <pc:sldChg chg="addSp delSp modSp mod">
        <pc:chgData name="Abhishek Patel" userId="02a8b230a12bf790" providerId="LiveId" clId="{92496432-C36F-4011-B4C2-9C16350BC228}" dt="2026-07-16T20:47:40.484" v="582" actId="1076"/>
        <pc:sldMkLst>
          <pc:docMk/>
          <pc:sldMk cId="1435739448" sldId="276"/>
        </pc:sldMkLst>
        <pc:spChg chg="add del mod">
          <ac:chgData name="Abhishek Patel" userId="02a8b230a12bf790" providerId="LiveId" clId="{92496432-C36F-4011-B4C2-9C16350BC228}" dt="2026-07-16T20:46:18.871" v="566" actId="478"/>
          <ac:spMkLst>
            <pc:docMk/>
            <pc:sldMk cId="1435739448" sldId="276"/>
            <ac:spMk id="6" creationId="{4ED972BB-D5A0-F395-879B-339C47795550}"/>
          </ac:spMkLst>
        </pc:spChg>
        <pc:spChg chg="add mod">
          <ac:chgData name="Abhishek Patel" userId="02a8b230a12bf790" providerId="LiveId" clId="{92496432-C36F-4011-B4C2-9C16350BC228}" dt="2026-07-16T20:47:33.734" v="581" actId="1076"/>
          <ac:spMkLst>
            <pc:docMk/>
            <pc:sldMk cId="1435739448" sldId="276"/>
            <ac:spMk id="7" creationId="{76034158-5F84-726A-FE27-87EB494067D5}"/>
          </ac:spMkLst>
        </pc:spChg>
        <pc:spChg chg="add mod">
          <ac:chgData name="Abhishek Patel" userId="02a8b230a12bf790" providerId="LiveId" clId="{92496432-C36F-4011-B4C2-9C16350BC228}" dt="2026-07-16T20:47:40.484" v="582" actId="1076"/>
          <ac:spMkLst>
            <pc:docMk/>
            <pc:sldMk cId="1435739448" sldId="276"/>
            <ac:spMk id="8" creationId="{885B883A-B125-8CFF-144C-DDC47730EBEF}"/>
          </ac:spMkLst>
        </pc:spChg>
        <pc:spChg chg="add mod">
          <ac:chgData name="Abhishek Patel" userId="02a8b230a12bf790" providerId="LiveId" clId="{92496432-C36F-4011-B4C2-9C16350BC228}" dt="2026-07-16T20:47:40.484" v="582" actId="1076"/>
          <ac:spMkLst>
            <pc:docMk/>
            <pc:sldMk cId="1435739448" sldId="276"/>
            <ac:spMk id="9" creationId="{5AB8EE30-C2C7-6823-2CCD-02BFECA1C65D}"/>
          </ac:spMkLst>
        </pc:spChg>
        <pc:graphicFrameChg chg="add mod">
          <ac:chgData name="Abhishek Patel" userId="02a8b230a12bf790" providerId="LiveId" clId="{92496432-C36F-4011-B4C2-9C16350BC228}" dt="2026-07-16T18:52:11.845" v="546" actId="403"/>
          <ac:graphicFrameMkLst>
            <pc:docMk/>
            <pc:sldMk cId="1435739448" sldId="276"/>
            <ac:graphicFrameMk id="4" creationId="{17D98B02-349C-BF25-DA69-8ABF2A358231}"/>
          </ac:graphicFrameMkLst>
        </pc:graphicFrameChg>
        <pc:graphicFrameChg chg="del mod">
          <ac:chgData name="Abhishek Patel" userId="02a8b230a12bf790" providerId="LiveId" clId="{92496432-C36F-4011-B4C2-9C16350BC228}" dt="2026-07-16T18:49:22.664" v="492" actId="478"/>
          <ac:graphicFrameMkLst>
            <pc:docMk/>
            <pc:sldMk cId="1435739448" sldId="276"/>
            <ac:graphicFrameMk id="5" creationId="{BFC9F507-1A7C-FEFB-C527-41B1342728F0}"/>
          </ac:graphicFrameMkLst>
        </pc:graphicFrameChg>
        <pc:picChg chg="add mod">
          <ac:chgData name="Abhishek Patel" userId="02a8b230a12bf790" providerId="LiveId" clId="{92496432-C36F-4011-B4C2-9C16350BC228}" dt="2026-07-16T18:50:43.290" v="528" actId="14100"/>
          <ac:picMkLst>
            <pc:docMk/>
            <pc:sldMk cId="1435739448" sldId="276"/>
            <ac:picMk id="3" creationId="{B5ABC8C1-45A2-8C06-720C-82F0A8104965}"/>
          </ac:picMkLst>
        </pc:picChg>
      </pc:sldChg>
      <pc:sldChg chg="addSp modSp mod">
        <pc:chgData name="Abhishek Patel" userId="02a8b230a12bf790" providerId="LiveId" clId="{92496432-C36F-4011-B4C2-9C16350BC228}" dt="2026-07-16T20:49:43.160" v="609"/>
        <pc:sldMkLst>
          <pc:docMk/>
          <pc:sldMk cId="3243467892" sldId="277"/>
        </pc:sldMkLst>
        <pc:spChg chg="add mod">
          <ac:chgData name="Abhishek Patel" userId="02a8b230a12bf790" providerId="LiveId" clId="{92496432-C36F-4011-B4C2-9C16350BC228}" dt="2026-07-16T20:49:29.852" v="608" actId="1076"/>
          <ac:spMkLst>
            <pc:docMk/>
            <pc:sldMk cId="3243467892" sldId="277"/>
            <ac:spMk id="2" creationId="{0C0E6075-1BBB-B637-9A49-E2FABCA6115D}"/>
          </ac:spMkLst>
        </pc:spChg>
        <pc:spChg chg="add mod">
          <ac:chgData name="Abhishek Patel" userId="02a8b230a12bf790" providerId="LiveId" clId="{92496432-C36F-4011-B4C2-9C16350BC228}" dt="2026-07-16T20:49:43.160" v="609"/>
          <ac:spMkLst>
            <pc:docMk/>
            <pc:sldMk cId="3243467892" sldId="277"/>
            <ac:spMk id="3" creationId="{2BCB4454-CE7A-F96D-466E-CDA67E2BD95D}"/>
          </ac:spMkLst>
        </pc:spChg>
        <pc:spChg chg="add mod">
          <ac:chgData name="Abhishek Patel" userId="02a8b230a12bf790" providerId="LiveId" clId="{92496432-C36F-4011-B4C2-9C16350BC228}" dt="2026-07-16T20:49:43.160" v="609"/>
          <ac:spMkLst>
            <pc:docMk/>
            <pc:sldMk cId="3243467892" sldId="277"/>
            <ac:spMk id="5" creationId="{8BC43F91-A944-F87E-AF5C-C072540F11F8}"/>
          </ac:spMkLst>
        </pc:spChg>
        <pc:graphicFrameChg chg="mod">
          <ac:chgData name="Abhishek Patel" userId="02a8b230a12bf790" providerId="LiveId" clId="{92496432-C36F-4011-B4C2-9C16350BC228}" dt="2026-07-16T20:48:14.274" v="583" actId="1076"/>
          <ac:graphicFrameMkLst>
            <pc:docMk/>
            <pc:sldMk cId="3243467892" sldId="277"/>
            <ac:graphicFrameMk id="4" creationId="{58072C69-917A-8031-6278-D949428D43FB}"/>
          </ac:graphicFrameMkLst>
        </pc:graphicFrameChg>
      </pc:sldChg>
      <pc:sldChg chg="addSp modSp mod">
        <pc:chgData name="Abhishek Patel" userId="02a8b230a12bf790" providerId="LiveId" clId="{92496432-C36F-4011-B4C2-9C16350BC228}" dt="2026-07-16T20:50:47.132" v="613" actId="1076"/>
        <pc:sldMkLst>
          <pc:docMk/>
          <pc:sldMk cId="3507595831" sldId="278"/>
        </pc:sldMkLst>
        <pc:spChg chg="add mod">
          <ac:chgData name="Abhishek Patel" userId="02a8b230a12bf790" providerId="LiveId" clId="{92496432-C36F-4011-B4C2-9C16350BC228}" dt="2026-07-16T20:50:47.132" v="613" actId="1076"/>
          <ac:spMkLst>
            <pc:docMk/>
            <pc:sldMk cId="3507595831" sldId="278"/>
            <ac:spMk id="2" creationId="{DDF93A7A-E452-F04D-3EB8-816638BB1C7A}"/>
          </ac:spMkLst>
        </pc:spChg>
        <pc:spChg chg="add mod">
          <ac:chgData name="Abhishek Patel" userId="02a8b230a12bf790" providerId="LiveId" clId="{92496432-C36F-4011-B4C2-9C16350BC228}" dt="2026-07-16T20:50:47.132" v="613" actId="1076"/>
          <ac:spMkLst>
            <pc:docMk/>
            <pc:sldMk cId="3507595831" sldId="278"/>
            <ac:spMk id="3" creationId="{5766AC5E-D0B9-68CF-96AF-A73CBC8359F7}"/>
          </ac:spMkLst>
        </pc:spChg>
        <pc:graphicFrameChg chg="mod">
          <ac:chgData name="Abhishek Patel" userId="02a8b230a12bf790" providerId="LiveId" clId="{92496432-C36F-4011-B4C2-9C16350BC228}" dt="2026-07-16T20:50:30.980" v="611" actId="14100"/>
          <ac:graphicFrameMkLst>
            <pc:docMk/>
            <pc:sldMk cId="3507595831" sldId="278"/>
            <ac:graphicFrameMk id="8" creationId="{AF81A576-2EE5-9F14-F83F-9892B1B0B6CD}"/>
          </ac:graphicFrameMkLst>
        </pc:graphicFrameChg>
      </pc:sldChg>
      <pc:sldChg chg="addSp delSp modSp new mod">
        <pc:chgData name="Abhishek Patel" userId="02a8b230a12bf790" providerId="LiveId" clId="{92496432-C36F-4011-B4C2-9C16350BC228}" dt="2026-07-23T14:09:42.584" v="825" actId="404"/>
        <pc:sldMkLst>
          <pc:docMk/>
          <pc:sldMk cId="947367758" sldId="279"/>
        </pc:sldMkLst>
        <pc:spChg chg="del mod">
          <ac:chgData name="Abhishek Patel" userId="02a8b230a12bf790" providerId="LiveId" clId="{92496432-C36F-4011-B4C2-9C16350BC228}" dt="2026-07-23T14:08:47.398" v="813" actId="478"/>
          <ac:spMkLst>
            <pc:docMk/>
            <pc:sldMk cId="947367758" sldId="279"/>
            <ac:spMk id="2" creationId="{2A0C3F2B-C223-9037-86D4-93155F844DAA}"/>
          </ac:spMkLst>
        </pc:spChg>
        <pc:spChg chg="del">
          <ac:chgData name="Abhishek Patel" userId="02a8b230a12bf790" providerId="LiveId" clId="{92496432-C36F-4011-B4C2-9C16350BC228}" dt="2026-07-23T14:04:51.008" v="770" actId="478"/>
          <ac:spMkLst>
            <pc:docMk/>
            <pc:sldMk cId="947367758" sldId="279"/>
            <ac:spMk id="3" creationId="{0749E6CF-3E4B-1649-1074-C0BCCCEC579D}"/>
          </ac:spMkLst>
        </pc:spChg>
        <pc:spChg chg="add mod">
          <ac:chgData name="Abhishek Patel" userId="02a8b230a12bf790" providerId="LiveId" clId="{92496432-C36F-4011-B4C2-9C16350BC228}" dt="2026-07-23T14:06:22.154" v="792" actId="1076"/>
          <ac:spMkLst>
            <pc:docMk/>
            <pc:sldMk cId="947367758" sldId="279"/>
            <ac:spMk id="4" creationId="{346A7284-FC62-2B88-709C-B36506652613}"/>
          </ac:spMkLst>
        </pc:spChg>
        <pc:spChg chg="add mod">
          <ac:chgData name="Abhishek Patel" userId="02a8b230a12bf790" providerId="LiveId" clId="{92496432-C36F-4011-B4C2-9C16350BC228}" dt="2026-07-23T14:06:22.154" v="792" actId="1076"/>
          <ac:spMkLst>
            <pc:docMk/>
            <pc:sldMk cId="947367758" sldId="279"/>
            <ac:spMk id="5" creationId="{BB94A684-09A9-34A7-A074-15EE3DEF1498}"/>
          </ac:spMkLst>
        </pc:spChg>
        <pc:spChg chg="add mod">
          <ac:chgData name="Abhishek Patel" userId="02a8b230a12bf790" providerId="LiveId" clId="{92496432-C36F-4011-B4C2-9C16350BC228}" dt="2026-07-23T14:09:42.584" v="825" actId="404"/>
          <ac:spMkLst>
            <pc:docMk/>
            <pc:sldMk cId="947367758" sldId="279"/>
            <ac:spMk id="6" creationId="{1ADC6579-C400-CE3D-B10A-0439C46F5E19}"/>
          </ac:spMkLst>
        </pc:spChg>
      </pc:sldChg>
      <pc:sldChg chg="addSp delSp modSp new mod">
        <pc:chgData name="Abhishek Patel" userId="02a8b230a12bf790" providerId="LiveId" clId="{92496432-C36F-4011-B4C2-9C16350BC228}" dt="2026-07-23T14:13:34.478" v="838" actId="20577"/>
        <pc:sldMkLst>
          <pc:docMk/>
          <pc:sldMk cId="3066406543" sldId="280"/>
        </pc:sldMkLst>
        <pc:spChg chg="del">
          <ac:chgData name="Abhishek Patel" userId="02a8b230a12bf790" providerId="LiveId" clId="{92496432-C36F-4011-B4C2-9C16350BC228}" dt="2026-07-23T14:12:41.379" v="827" actId="478"/>
          <ac:spMkLst>
            <pc:docMk/>
            <pc:sldMk cId="3066406543" sldId="280"/>
            <ac:spMk id="2" creationId="{A1A0B717-2468-23BB-81F2-F2DC1C6F333D}"/>
          </ac:spMkLst>
        </pc:spChg>
        <pc:spChg chg="del">
          <ac:chgData name="Abhishek Patel" userId="02a8b230a12bf790" providerId="LiveId" clId="{92496432-C36F-4011-B4C2-9C16350BC228}" dt="2026-07-23T14:12:43.415" v="828" actId="478"/>
          <ac:spMkLst>
            <pc:docMk/>
            <pc:sldMk cId="3066406543" sldId="280"/>
            <ac:spMk id="3" creationId="{E763723E-E55C-4BD1-F015-ED2EC27C69BA}"/>
          </ac:spMkLst>
        </pc:spChg>
        <pc:spChg chg="add mod">
          <ac:chgData name="Abhishek Patel" userId="02a8b230a12bf790" providerId="LiveId" clId="{92496432-C36F-4011-B4C2-9C16350BC228}" dt="2026-07-23T14:13:34.478" v="838" actId="20577"/>
          <ac:spMkLst>
            <pc:docMk/>
            <pc:sldMk cId="3066406543" sldId="280"/>
            <ac:spMk id="4" creationId="{C7BFD936-FB5B-6F56-7D3D-980552264F9D}"/>
          </ac:spMkLst>
        </pc:sp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file:///C:\Users\abhiv\OneDrive\Desktop\QQ-2.csv"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abhiv\OneDrive\Desktop\Q-3%201.csv"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abhiv\OneDrive\Desktop\QQ-6.csv"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C:\Users\abhiv\Downloads\Gross_Sales_Amount_Analysis.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C:\Users\abhiv\OneDrive\Desktop\QQ-8888.csv"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https://d.docs.live.net/02a8b230a12bf790/Desktop/QQ-9.csv"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file:///C:\Users\abhiv\OneDrive\Desktop\QQ-10.csv" TargetMode="External"/><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oleObject" Target="file:///C:\Users\abhiv\OneDrive\Desktop\QQ-10.csv" TargetMode="External"/><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oleObject" Target="file:///C:\Users\abhiv\OneDrive\Desktop\QQ-10.csv" TargetMode="External"/><Relationship Id="rId2" Type="http://schemas.microsoft.com/office/2011/relationships/chartColorStyle" Target="colors9.xml"/><Relationship Id="rId1" Type="http://schemas.microsoft.com/office/2011/relationships/chartStyle" Target="style9.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0583486477055486"/>
          <c:y val="0.14393507792421537"/>
          <c:w val="0.89030796150481195"/>
          <c:h val="0.72125801983085447"/>
        </c:manualLayout>
      </c:layout>
      <c:barChart>
        <c:barDir val="col"/>
        <c:grouping val="clustered"/>
        <c:varyColors val="0"/>
        <c:ser>
          <c:idx val="0"/>
          <c:order val="0"/>
          <c:spPr>
            <a:solidFill>
              <a:schemeClr val="accent1">
                <a:lumMod val="60000"/>
                <a:lumOff val="40000"/>
              </a:schemeClr>
            </a:solidFill>
            <a:ln>
              <a:noFill/>
            </a:ln>
            <a:effectLst/>
          </c:spPr>
          <c:invertIfNegative val="0"/>
          <c:dPt>
            <c:idx val="2"/>
            <c:invertIfNegative val="0"/>
            <c:bubble3D val="0"/>
            <c:spPr>
              <a:solidFill>
                <a:schemeClr val="tx2">
                  <a:lumMod val="75000"/>
                  <a:lumOff val="25000"/>
                </a:schemeClr>
              </a:solidFill>
              <a:ln>
                <a:noFill/>
              </a:ln>
              <a:effectLst/>
            </c:spPr>
            <c:extLst>
              <c:ext xmlns:c16="http://schemas.microsoft.com/office/drawing/2014/chart" uri="{C3380CC4-5D6E-409C-BE32-E72D297353CC}">
                <c16:uniqueId val="{00000001-BB75-4972-8944-54CA4E8BB84F}"/>
              </c:ext>
            </c:extLst>
          </c:dPt>
          <c:dLbls>
            <c:dLbl>
              <c:idx val="2"/>
              <c:layout>
                <c:manualLayout>
                  <c:x val="-9.0379901597399531E-3"/>
                  <c:y val="0"/>
                </c:manualLayout>
              </c:layout>
              <c:tx>
                <c:rich>
                  <a:bodyPr/>
                  <a:lstStyle/>
                  <a:p>
                    <a:fld id="{34CF3878-9E68-436B-936E-47B16325A517}" type="VALUE">
                      <a:rPr lang="en-US" smtClean="0"/>
                      <a:pPr/>
                      <a:t>[VALUE]</a:t>
                    </a:fld>
                    <a:r>
                      <a:rPr lang="en-US" baseline="0" dirty="0"/>
                      <a:t> (</a:t>
                    </a:r>
                    <a:r>
                      <a:rPr lang="en-US" baseline="0" dirty="0">
                        <a:latin typeface="+mj-lt"/>
                      </a:rPr>
                      <a:t>36.33</a:t>
                    </a:r>
                    <a:r>
                      <a:rPr lang="en-US" baseline="0" dirty="0"/>
                      <a:t>%)</a:t>
                    </a:r>
                  </a:p>
                  <a:p>
                    <a:endParaRPr lang="en-GB"/>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BB75-4972-8944-54CA4E8BB84F}"/>
                </c:ext>
              </c:extLst>
            </c:dLbl>
            <c:spPr>
              <a:noFill/>
              <a:ln>
                <a:noFill/>
              </a:ln>
              <a:effectLst/>
            </c:spPr>
            <c:txPr>
              <a:bodyPr rot="0" spcFirstLastPara="1" vertOverflow="ellipsis" vert="horz" wrap="square" lIns="38100" tIns="19050" rIns="38100" bIns="19050" anchor="ctr" anchorCtr="1">
                <a:spAutoFit/>
              </a:bodyPr>
              <a:lstStyle/>
              <a:p>
                <a:pPr>
                  <a:defRPr sz="18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'QQ-2'!$A$1:$C$1</c:f>
              <c:strCache>
                <c:ptCount val="3"/>
                <c:pt idx="0">
                  <c:v>2020</c:v>
                </c:pt>
                <c:pt idx="1">
                  <c:v>2021</c:v>
                </c:pt>
                <c:pt idx="2">
                  <c:v>Differnce</c:v>
                </c:pt>
              </c:strCache>
            </c:strRef>
          </c:cat>
          <c:val>
            <c:numRef>
              <c:f>'QQ-2'!$A$2:$C$2</c:f>
              <c:numCache>
                <c:formatCode>General</c:formatCode>
                <c:ptCount val="3"/>
                <c:pt idx="0">
                  <c:v>245</c:v>
                </c:pt>
                <c:pt idx="1">
                  <c:v>334</c:v>
                </c:pt>
                <c:pt idx="2">
                  <c:v>89</c:v>
                </c:pt>
              </c:numCache>
            </c:numRef>
          </c:val>
          <c:extLst>
            <c:ext xmlns:c16="http://schemas.microsoft.com/office/drawing/2014/chart" uri="{C3380CC4-5D6E-409C-BE32-E72D297353CC}">
              <c16:uniqueId val="{00000002-BB75-4972-8944-54CA4E8BB84F}"/>
            </c:ext>
          </c:extLst>
        </c:ser>
        <c:dLbls>
          <c:dLblPos val="outEnd"/>
          <c:showLegendKey val="0"/>
          <c:showVal val="1"/>
          <c:showCatName val="0"/>
          <c:showSerName val="0"/>
          <c:showPercent val="0"/>
          <c:showBubbleSize val="0"/>
        </c:dLbls>
        <c:gapWidth val="219"/>
        <c:overlap val="-27"/>
        <c:axId val="935725024"/>
        <c:axId val="935726464"/>
      </c:barChart>
      <c:catAx>
        <c:axId val="93572502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800" b="1" i="0" u="none" strike="noStrike" kern="1200" baseline="0">
                <a:solidFill>
                  <a:schemeClr val="tx1">
                    <a:lumMod val="65000"/>
                    <a:lumOff val="35000"/>
                  </a:schemeClr>
                </a:solidFill>
                <a:latin typeface="+mn-lt"/>
                <a:ea typeface="+mn-ea"/>
                <a:cs typeface="+mn-cs"/>
              </a:defRPr>
            </a:pPr>
            <a:endParaRPr lang="en-US"/>
          </a:p>
        </c:txPr>
        <c:crossAx val="935726464"/>
        <c:crosses val="autoZero"/>
        <c:auto val="1"/>
        <c:lblAlgn val="ctr"/>
        <c:lblOffset val="100"/>
        <c:noMultiLvlLbl val="0"/>
      </c:catAx>
      <c:valAx>
        <c:axId val="935726464"/>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2000" b="0" i="0" u="none" strike="noStrike" kern="1200" baseline="0">
                <a:solidFill>
                  <a:schemeClr val="tx1">
                    <a:lumMod val="65000"/>
                    <a:lumOff val="35000"/>
                  </a:schemeClr>
                </a:solidFill>
                <a:latin typeface="+mn-lt"/>
                <a:ea typeface="+mn-ea"/>
                <a:cs typeface="+mn-cs"/>
              </a:defRPr>
            </a:pPr>
            <a:endParaRPr lang="en-US"/>
          </a:p>
        </c:txPr>
        <c:crossAx val="935725024"/>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800" b="1" dirty="0"/>
              <a:t>Product</a:t>
            </a:r>
            <a:r>
              <a:rPr lang="en-US" sz="1800" b="1" baseline="0" dirty="0"/>
              <a:t> </a:t>
            </a:r>
            <a:r>
              <a:rPr lang="en-US" sz="1800" b="1" dirty="0"/>
              <a:t>count by</a:t>
            </a:r>
            <a:r>
              <a:rPr lang="en-US" sz="1800" b="1" baseline="0" dirty="0"/>
              <a:t> Segment</a:t>
            </a:r>
            <a:endParaRPr lang="en-US" sz="1800" b="1" dirty="0"/>
          </a:p>
        </c:rich>
      </c:tx>
      <c:layout>
        <c:manualLayout>
          <c:xMode val="edge"/>
          <c:yMode val="edge"/>
          <c:x val="0.42787469794812416"/>
          <c:y val="7.528078398712521E-3"/>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24403766160783771"/>
          <c:y val="0.13100753252411429"/>
          <c:w val="0.75596233839216231"/>
          <c:h val="0.85427272727272729"/>
        </c:manualLayout>
      </c:layout>
      <c:barChart>
        <c:barDir val="bar"/>
        <c:grouping val="clustered"/>
        <c:varyColors val="0"/>
        <c:ser>
          <c:idx val="0"/>
          <c:order val="0"/>
          <c:tx>
            <c:strRef>
              <c:f>'Q-3 1'!$B$1</c:f>
              <c:strCache>
                <c:ptCount val="1"/>
                <c:pt idx="0">
                  <c:v>product_count</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20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'Q-3 1'!$A$2:$A$7</c:f>
              <c:strCache>
                <c:ptCount val="6"/>
                <c:pt idx="0">
                  <c:v>Notebook</c:v>
                </c:pt>
                <c:pt idx="1">
                  <c:v>Accessories</c:v>
                </c:pt>
                <c:pt idx="2">
                  <c:v>Peripherals</c:v>
                </c:pt>
                <c:pt idx="3">
                  <c:v>Desktop</c:v>
                </c:pt>
                <c:pt idx="4">
                  <c:v>Storage</c:v>
                </c:pt>
                <c:pt idx="5">
                  <c:v>Networking</c:v>
                </c:pt>
              </c:strCache>
            </c:strRef>
          </c:cat>
          <c:val>
            <c:numRef>
              <c:f>'Q-3 1'!$B$2:$B$7</c:f>
              <c:numCache>
                <c:formatCode>General</c:formatCode>
                <c:ptCount val="6"/>
                <c:pt idx="0">
                  <c:v>129</c:v>
                </c:pt>
                <c:pt idx="1">
                  <c:v>116</c:v>
                </c:pt>
                <c:pt idx="2">
                  <c:v>84</c:v>
                </c:pt>
                <c:pt idx="3">
                  <c:v>32</c:v>
                </c:pt>
                <c:pt idx="4">
                  <c:v>27</c:v>
                </c:pt>
                <c:pt idx="5">
                  <c:v>9</c:v>
                </c:pt>
              </c:numCache>
            </c:numRef>
          </c:val>
          <c:extLst>
            <c:ext xmlns:c16="http://schemas.microsoft.com/office/drawing/2014/chart" uri="{C3380CC4-5D6E-409C-BE32-E72D297353CC}">
              <c16:uniqueId val="{00000000-AE18-4780-819B-D14C1F1DEC56}"/>
            </c:ext>
          </c:extLst>
        </c:ser>
        <c:dLbls>
          <c:dLblPos val="outEnd"/>
          <c:showLegendKey val="0"/>
          <c:showVal val="1"/>
          <c:showCatName val="0"/>
          <c:showSerName val="0"/>
          <c:showPercent val="0"/>
          <c:showBubbleSize val="0"/>
        </c:dLbls>
        <c:gapWidth val="182"/>
        <c:axId val="1898897200"/>
        <c:axId val="1898910640"/>
      </c:barChart>
      <c:catAx>
        <c:axId val="1898897200"/>
        <c:scaling>
          <c:orientation val="maxMin"/>
        </c:scaling>
        <c:delete val="0"/>
        <c:axPos val="l"/>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2000" b="0" i="0" u="none" strike="noStrike" kern="1200" baseline="0">
                <a:solidFill>
                  <a:schemeClr val="tx1">
                    <a:lumMod val="65000"/>
                    <a:lumOff val="35000"/>
                  </a:schemeClr>
                </a:solidFill>
                <a:latin typeface="+mn-lt"/>
                <a:ea typeface="+mn-ea"/>
                <a:cs typeface="+mn-cs"/>
              </a:defRPr>
            </a:pPr>
            <a:endParaRPr lang="en-US"/>
          </a:p>
        </c:txPr>
        <c:crossAx val="1898910640"/>
        <c:crosses val="autoZero"/>
        <c:auto val="1"/>
        <c:lblAlgn val="ctr"/>
        <c:lblOffset val="100"/>
        <c:noMultiLvlLbl val="0"/>
      </c:catAx>
      <c:valAx>
        <c:axId val="1898910640"/>
        <c:scaling>
          <c:orientation val="minMax"/>
        </c:scaling>
        <c:delete val="1"/>
        <c:axPos val="t"/>
        <c:numFmt formatCode="General" sourceLinked="1"/>
        <c:majorTickMark val="out"/>
        <c:minorTickMark val="none"/>
        <c:tickLblPos val="nextTo"/>
        <c:crossAx val="1898897200"/>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bar"/>
        <c:grouping val="clustered"/>
        <c:varyColors val="0"/>
        <c:ser>
          <c:idx val="0"/>
          <c:order val="0"/>
          <c:tx>
            <c:strRef>
              <c:f>'QQ-6'!$C$1</c:f>
              <c:strCache>
                <c:ptCount val="1"/>
                <c:pt idx="0">
                  <c:v>average_discount_percentage</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'QQ-6'!$B$2:$B$6</c:f>
              <c:strCache>
                <c:ptCount val="5"/>
                <c:pt idx="0">
                  <c:v>Flipkart</c:v>
                </c:pt>
                <c:pt idx="1">
                  <c:v>Viveks</c:v>
                </c:pt>
                <c:pt idx="2">
                  <c:v>Ezone</c:v>
                </c:pt>
                <c:pt idx="3">
                  <c:v>Croma</c:v>
                </c:pt>
                <c:pt idx="4">
                  <c:v>Amazon </c:v>
                </c:pt>
              </c:strCache>
            </c:strRef>
          </c:cat>
          <c:val>
            <c:numRef>
              <c:f>'QQ-6'!$C$2:$C$6</c:f>
              <c:numCache>
                <c:formatCode>General</c:formatCode>
                <c:ptCount val="5"/>
                <c:pt idx="0">
                  <c:v>30.83</c:v>
                </c:pt>
                <c:pt idx="1">
                  <c:v>30.38</c:v>
                </c:pt>
                <c:pt idx="2">
                  <c:v>30.28</c:v>
                </c:pt>
                <c:pt idx="3">
                  <c:v>30.25</c:v>
                </c:pt>
                <c:pt idx="4">
                  <c:v>29.33</c:v>
                </c:pt>
              </c:numCache>
            </c:numRef>
          </c:val>
          <c:extLst>
            <c:ext xmlns:c16="http://schemas.microsoft.com/office/drawing/2014/chart" uri="{C3380CC4-5D6E-409C-BE32-E72D297353CC}">
              <c16:uniqueId val="{00000000-4FAF-468D-BF4D-4EDE8C757B92}"/>
            </c:ext>
          </c:extLst>
        </c:ser>
        <c:dLbls>
          <c:dLblPos val="outEnd"/>
          <c:showLegendKey val="0"/>
          <c:showVal val="1"/>
          <c:showCatName val="0"/>
          <c:showSerName val="0"/>
          <c:showPercent val="0"/>
          <c:showBubbleSize val="0"/>
        </c:dLbls>
        <c:gapWidth val="182"/>
        <c:axId val="1287008351"/>
        <c:axId val="1287003551"/>
      </c:barChart>
      <c:catAx>
        <c:axId val="1287008351"/>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crossAx val="1287003551"/>
        <c:crosses val="autoZero"/>
        <c:auto val="1"/>
        <c:lblAlgn val="ctr"/>
        <c:lblOffset val="100"/>
        <c:noMultiLvlLbl val="0"/>
      </c:catAx>
      <c:valAx>
        <c:axId val="1287003551"/>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crossAx val="1287008351"/>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spPr>
            <a:solidFill>
              <a:schemeClr val="accent1"/>
            </a:solidFill>
            <a:ln>
              <a:noFill/>
            </a:ln>
            <a:effectLst/>
          </c:spPr>
          <c:invertIfNegative val="0"/>
          <c:cat>
            <c:strRef>
              <c:f>'Sales Data'!$D$2:$D$25</c:f>
              <c:strCache>
                <c:ptCount val="24"/>
                <c:pt idx="0">
                  <c:v>September2019</c:v>
                </c:pt>
                <c:pt idx="1">
                  <c:v>October2019</c:v>
                </c:pt>
                <c:pt idx="2">
                  <c:v>November2019</c:v>
                </c:pt>
                <c:pt idx="3">
                  <c:v>December2019</c:v>
                </c:pt>
                <c:pt idx="4">
                  <c:v>January2020</c:v>
                </c:pt>
                <c:pt idx="5">
                  <c:v>February2020</c:v>
                </c:pt>
                <c:pt idx="6">
                  <c:v>March2020</c:v>
                </c:pt>
                <c:pt idx="7">
                  <c:v>April2020</c:v>
                </c:pt>
                <c:pt idx="8">
                  <c:v>May2020</c:v>
                </c:pt>
                <c:pt idx="9">
                  <c:v>June2020</c:v>
                </c:pt>
                <c:pt idx="10">
                  <c:v>July2020</c:v>
                </c:pt>
                <c:pt idx="11">
                  <c:v>August2020</c:v>
                </c:pt>
                <c:pt idx="12">
                  <c:v>September2020</c:v>
                </c:pt>
                <c:pt idx="13">
                  <c:v>October2020</c:v>
                </c:pt>
                <c:pt idx="14">
                  <c:v>November2020</c:v>
                </c:pt>
                <c:pt idx="15">
                  <c:v>December2020</c:v>
                </c:pt>
                <c:pt idx="16">
                  <c:v>January2021</c:v>
                </c:pt>
                <c:pt idx="17">
                  <c:v>February2021</c:v>
                </c:pt>
                <c:pt idx="18">
                  <c:v>March2021</c:v>
                </c:pt>
                <c:pt idx="19">
                  <c:v>April2021</c:v>
                </c:pt>
                <c:pt idx="20">
                  <c:v>May2021</c:v>
                </c:pt>
                <c:pt idx="21">
                  <c:v>June2021</c:v>
                </c:pt>
                <c:pt idx="22">
                  <c:v>July2021</c:v>
                </c:pt>
                <c:pt idx="23">
                  <c:v>August2021</c:v>
                </c:pt>
              </c:strCache>
            </c:strRef>
          </c:cat>
          <c:val>
            <c:numRef>
              <c:f>'Sales Data'!$E$2:$E$25</c:f>
              <c:numCache>
                <c:formatCode>\$#,##0.00"M"</c:formatCode>
                <c:ptCount val="24"/>
                <c:pt idx="0">
                  <c:v>9.09</c:v>
                </c:pt>
                <c:pt idx="1">
                  <c:v>10.38</c:v>
                </c:pt>
                <c:pt idx="2">
                  <c:v>15.23</c:v>
                </c:pt>
                <c:pt idx="3">
                  <c:v>9.76</c:v>
                </c:pt>
                <c:pt idx="4">
                  <c:v>9.58</c:v>
                </c:pt>
                <c:pt idx="5">
                  <c:v>8.08</c:v>
                </c:pt>
                <c:pt idx="6">
                  <c:v>0.77</c:v>
                </c:pt>
                <c:pt idx="7">
                  <c:v>1.1000000000000001</c:v>
                </c:pt>
                <c:pt idx="8">
                  <c:v>1.59</c:v>
                </c:pt>
                <c:pt idx="9">
                  <c:v>3.43</c:v>
                </c:pt>
                <c:pt idx="10">
                  <c:v>5.15</c:v>
                </c:pt>
                <c:pt idx="11">
                  <c:v>5.64</c:v>
                </c:pt>
                <c:pt idx="12">
                  <c:v>19.53</c:v>
                </c:pt>
                <c:pt idx="13">
                  <c:v>21.02</c:v>
                </c:pt>
                <c:pt idx="14">
                  <c:v>32.25</c:v>
                </c:pt>
                <c:pt idx="15">
                  <c:v>20.41</c:v>
                </c:pt>
                <c:pt idx="16">
                  <c:v>19.57</c:v>
                </c:pt>
                <c:pt idx="17">
                  <c:v>15.99</c:v>
                </c:pt>
                <c:pt idx="18">
                  <c:v>19.149999999999999</c:v>
                </c:pt>
                <c:pt idx="19">
                  <c:v>11.48</c:v>
                </c:pt>
                <c:pt idx="20">
                  <c:v>19.2</c:v>
                </c:pt>
                <c:pt idx="21">
                  <c:v>15.46</c:v>
                </c:pt>
                <c:pt idx="22">
                  <c:v>19.04</c:v>
                </c:pt>
                <c:pt idx="23">
                  <c:v>11.32</c:v>
                </c:pt>
              </c:numCache>
            </c:numRef>
          </c:val>
          <c:extLst>
            <c:ext xmlns:c16="http://schemas.microsoft.com/office/drawing/2014/chart" uri="{C3380CC4-5D6E-409C-BE32-E72D297353CC}">
              <c16:uniqueId val="{00000000-A455-486F-A36E-B6927B197C61}"/>
            </c:ext>
          </c:extLst>
        </c:ser>
        <c:dLbls>
          <c:showLegendKey val="0"/>
          <c:showVal val="0"/>
          <c:showCatName val="0"/>
          <c:showSerName val="0"/>
          <c:showPercent val="0"/>
          <c:showBubbleSize val="0"/>
        </c:dLbls>
        <c:gapWidth val="219"/>
        <c:overlap val="-27"/>
        <c:axId val="469714992"/>
        <c:axId val="469702992"/>
      </c:barChart>
      <c:catAx>
        <c:axId val="46971499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2000" b="0" i="0" u="none" strike="noStrike" kern="1200" baseline="0">
                <a:solidFill>
                  <a:schemeClr val="tx1">
                    <a:lumMod val="65000"/>
                    <a:lumOff val="35000"/>
                  </a:schemeClr>
                </a:solidFill>
                <a:latin typeface="+mn-lt"/>
                <a:ea typeface="+mn-ea"/>
                <a:cs typeface="+mn-cs"/>
              </a:defRPr>
            </a:pPr>
            <a:endParaRPr lang="en-US"/>
          </a:p>
        </c:txPr>
        <c:crossAx val="469702992"/>
        <c:crosses val="autoZero"/>
        <c:auto val="1"/>
        <c:lblAlgn val="ctr"/>
        <c:lblOffset val="100"/>
        <c:noMultiLvlLbl val="0"/>
      </c:catAx>
      <c:valAx>
        <c:axId val="469702992"/>
        <c:scaling>
          <c:orientation val="minMax"/>
        </c:scaling>
        <c:delete val="0"/>
        <c:axPos val="l"/>
        <c:majorGridlines>
          <c:spPr>
            <a:ln w="9525" cap="flat" cmpd="sng" algn="ctr">
              <a:solidFill>
                <a:schemeClr val="tx1">
                  <a:lumMod val="15000"/>
                  <a:lumOff val="85000"/>
                </a:schemeClr>
              </a:solidFill>
              <a:round/>
            </a:ln>
            <a:effectLst/>
          </c:spPr>
        </c:majorGridlines>
        <c:numFmt formatCode="\$#,##0.00&quot;M&quot;" sourceLinked="1"/>
        <c:majorTickMark val="none"/>
        <c:minorTickMark val="none"/>
        <c:tickLblPos val="nextTo"/>
        <c:spPr>
          <a:noFill/>
          <a:ln>
            <a:noFill/>
          </a:ln>
          <a:effectLst/>
        </c:spPr>
        <c:txPr>
          <a:bodyPr rot="-6000000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endParaRPr lang="en-US"/>
          </a:p>
        </c:txPr>
        <c:crossAx val="469714992"/>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7"/>
    </mc:Choice>
    <mc:Fallback>
      <c:style val="7"/>
    </mc:Fallback>
  </mc:AlternateContent>
  <c:chart>
    <c:title>
      <c:overlay val="0"/>
      <c:spPr>
        <a:noFill/>
        <a:ln>
          <a:noFill/>
        </a:ln>
        <a:effectLst/>
      </c:spPr>
      <c:txPr>
        <a:bodyPr rot="0" spcFirstLastPara="1" vertOverflow="ellipsis" vert="horz" wrap="square" anchor="ctr" anchorCtr="1"/>
        <a:lstStyle/>
        <a:p>
          <a:pPr>
            <a:defRPr sz="2200" b="1" i="0" u="none" strike="noStrike" kern="1200" baseline="0">
              <a:solidFill>
                <a:schemeClr val="dk1">
                  <a:lumMod val="75000"/>
                  <a:lumOff val="25000"/>
                </a:schemeClr>
              </a:solidFill>
              <a:latin typeface="+mn-lt"/>
              <a:ea typeface="+mn-ea"/>
              <a:cs typeface="+mn-cs"/>
            </a:defRPr>
          </a:pPr>
          <a:endParaRPr lang="en-US"/>
        </a:p>
      </c:txPr>
    </c:title>
    <c:autoTitleDeleted val="0"/>
    <c:plotArea>
      <c:layout/>
      <c:barChart>
        <c:barDir val="col"/>
        <c:grouping val="clustered"/>
        <c:varyColors val="0"/>
        <c:ser>
          <c:idx val="0"/>
          <c:order val="0"/>
          <c:tx>
            <c:strRef>
              <c:f>'QQ-8888'!$B$1</c:f>
              <c:strCache>
                <c:ptCount val="1"/>
                <c:pt idx="0">
                  <c:v>total_sold_quantity</c:v>
                </c:pt>
              </c:strCache>
            </c:strRef>
          </c:tx>
          <c:spPr>
            <a:solidFill>
              <a:schemeClr val="accent5">
                <a:alpha val="85000"/>
              </a:schemeClr>
            </a:solidFill>
            <a:ln w="9525" cap="flat" cmpd="sng" algn="ctr">
              <a:solidFill>
                <a:schemeClr val="lt1">
                  <a:alpha val="50000"/>
                </a:schemeClr>
              </a:solidFill>
              <a:round/>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600" b="1" i="0" u="none" strike="noStrike" kern="1200" baseline="0">
                    <a:solidFill>
                      <a:schemeClr val="lt1"/>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strRef>
              <c:f>'QQ-8888'!$A$2:$A$5</c:f>
              <c:strCache>
                <c:ptCount val="4"/>
                <c:pt idx="0">
                  <c:v>Q1</c:v>
                </c:pt>
                <c:pt idx="1">
                  <c:v>Q2</c:v>
                </c:pt>
                <c:pt idx="2">
                  <c:v>Q3</c:v>
                </c:pt>
                <c:pt idx="3">
                  <c:v>Q4</c:v>
                </c:pt>
              </c:strCache>
            </c:strRef>
          </c:cat>
          <c:val>
            <c:numRef>
              <c:f>'QQ-8888'!$B$2:$B$5</c:f>
              <c:numCache>
                <c:formatCode>General</c:formatCode>
                <c:ptCount val="4"/>
                <c:pt idx="0">
                  <c:v>7005619</c:v>
                </c:pt>
                <c:pt idx="1">
                  <c:v>6649642</c:v>
                </c:pt>
                <c:pt idx="2">
                  <c:v>2075087</c:v>
                </c:pt>
                <c:pt idx="3">
                  <c:v>5042541</c:v>
                </c:pt>
              </c:numCache>
            </c:numRef>
          </c:val>
          <c:extLst>
            <c:ext xmlns:c16="http://schemas.microsoft.com/office/drawing/2014/chart" uri="{C3380CC4-5D6E-409C-BE32-E72D297353CC}">
              <c16:uniqueId val="{00000000-7595-42DE-9538-10A5C92B0673}"/>
            </c:ext>
          </c:extLst>
        </c:ser>
        <c:dLbls>
          <c:dLblPos val="inEnd"/>
          <c:showLegendKey val="0"/>
          <c:showVal val="1"/>
          <c:showCatName val="0"/>
          <c:showSerName val="0"/>
          <c:showPercent val="0"/>
          <c:showBubbleSize val="0"/>
        </c:dLbls>
        <c:gapWidth val="65"/>
        <c:axId val="1043155168"/>
        <c:axId val="1043151808"/>
      </c:barChart>
      <c:catAx>
        <c:axId val="1043155168"/>
        <c:scaling>
          <c:orientation val="minMax"/>
        </c:scaling>
        <c:delete val="0"/>
        <c:axPos val="b"/>
        <c:numFmt formatCode="General" sourceLinked="1"/>
        <c:majorTickMark val="none"/>
        <c:minorTickMark val="none"/>
        <c:tickLblPos val="nextTo"/>
        <c:spPr>
          <a:noFill/>
          <a:ln w="19050" cap="flat" cmpd="sng" algn="ctr">
            <a:solidFill>
              <a:schemeClr val="dk1">
                <a:lumMod val="75000"/>
                <a:lumOff val="25000"/>
              </a:schemeClr>
            </a:solidFill>
            <a:round/>
          </a:ln>
          <a:effectLst/>
        </c:spPr>
        <c:txPr>
          <a:bodyPr rot="-60000000" spcFirstLastPara="1" vertOverflow="ellipsis" vert="horz" wrap="square" anchor="ctr" anchorCtr="1"/>
          <a:lstStyle/>
          <a:p>
            <a:pPr>
              <a:defRPr sz="1600" b="0" i="0" u="none" strike="noStrike" kern="1200" cap="all" baseline="0">
                <a:solidFill>
                  <a:schemeClr val="dk1">
                    <a:lumMod val="75000"/>
                    <a:lumOff val="25000"/>
                  </a:schemeClr>
                </a:solidFill>
                <a:latin typeface="+mn-lt"/>
                <a:ea typeface="+mn-ea"/>
                <a:cs typeface="+mn-cs"/>
              </a:defRPr>
            </a:pPr>
            <a:endParaRPr lang="en-US"/>
          </a:p>
        </c:txPr>
        <c:crossAx val="1043151808"/>
        <c:crosses val="autoZero"/>
        <c:auto val="1"/>
        <c:lblAlgn val="ctr"/>
        <c:lblOffset val="100"/>
        <c:noMultiLvlLbl val="0"/>
      </c:catAx>
      <c:valAx>
        <c:axId val="1043151808"/>
        <c:scaling>
          <c:orientation val="minMax"/>
        </c:scaling>
        <c:delete val="1"/>
        <c:axPos val="l"/>
        <c:numFmt formatCode="General" sourceLinked="1"/>
        <c:majorTickMark val="none"/>
        <c:minorTickMark val="none"/>
        <c:tickLblPos val="nextTo"/>
        <c:crossAx val="1043155168"/>
        <c:crosses val="autoZero"/>
        <c:crossBetween val="between"/>
      </c:valAx>
      <c:spPr>
        <a:noFill/>
        <a:ln>
          <a:noFill/>
        </a:ln>
        <a:effectLst/>
      </c:spPr>
    </c:plotArea>
    <c:plotVisOnly val="1"/>
    <c:dispBlanksAs val="gap"/>
    <c:showDLblsOverMax val="0"/>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800" b="1" i="0" u="none" strike="noStrike" kern="1200" baseline="0">
              <a:solidFill>
                <a:schemeClr val="dk1">
                  <a:lumMod val="65000"/>
                  <a:lumOff val="35000"/>
                </a:schemeClr>
              </a:solidFill>
              <a:latin typeface="+mn-lt"/>
              <a:ea typeface="+mn-ea"/>
              <a:cs typeface="+mn-cs"/>
            </a:defRPr>
          </a:pPr>
          <a:endParaRPr lang="en-US"/>
        </a:p>
      </c:txPr>
    </c:title>
    <c:autoTitleDeleted val="0"/>
    <c:plotArea>
      <c:layout/>
      <c:pieChart>
        <c:varyColors val="1"/>
        <c:ser>
          <c:idx val="0"/>
          <c:order val="0"/>
          <c:tx>
            <c:strRef>
              <c:f>'QQ-9'!$C$1</c:f>
              <c:strCache>
                <c:ptCount val="1"/>
                <c:pt idx="0">
                  <c:v>percentage</c:v>
                </c:pt>
              </c:strCache>
            </c:strRef>
          </c:tx>
          <c:dPt>
            <c:idx val="0"/>
            <c:bubble3D val="0"/>
            <c:spPr>
              <a:solidFill>
                <a:schemeClr val="accent1"/>
              </a:solidFill>
              <a:ln>
                <a:noFill/>
              </a:ln>
              <a:effectLst>
                <a:outerShdw blurRad="317500" algn="ctr" rotWithShape="0">
                  <a:prstClr val="black">
                    <a:alpha val="25000"/>
                  </a:prstClr>
                </a:outerShdw>
              </a:effectLst>
            </c:spPr>
            <c:extLst>
              <c:ext xmlns:c16="http://schemas.microsoft.com/office/drawing/2014/chart" uri="{C3380CC4-5D6E-409C-BE32-E72D297353CC}">
                <c16:uniqueId val="{00000001-9DB7-4E97-B102-54D9530FB46C}"/>
              </c:ext>
            </c:extLst>
          </c:dPt>
          <c:dPt>
            <c:idx val="1"/>
            <c:bubble3D val="0"/>
            <c:spPr>
              <a:solidFill>
                <a:schemeClr val="accent2"/>
              </a:solidFill>
              <a:ln>
                <a:noFill/>
              </a:ln>
              <a:effectLst>
                <a:outerShdw blurRad="317500" algn="ctr" rotWithShape="0">
                  <a:prstClr val="black">
                    <a:alpha val="25000"/>
                  </a:prstClr>
                </a:outerShdw>
              </a:effectLst>
            </c:spPr>
            <c:extLst>
              <c:ext xmlns:c16="http://schemas.microsoft.com/office/drawing/2014/chart" uri="{C3380CC4-5D6E-409C-BE32-E72D297353CC}">
                <c16:uniqueId val="{00000003-9DB7-4E97-B102-54D9530FB46C}"/>
              </c:ext>
            </c:extLst>
          </c:dPt>
          <c:dPt>
            <c:idx val="2"/>
            <c:bubble3D val="0"/>
            <c:spPr>
              <a:solidFill>
                <a:schemeClr val="accent3"/>
              </a:solidFill>
              <a:ln>
                <a:noFill/>
              </a:ln>
              <a:effectLst>
                <a:outerShdw blurRad="317500" algn="ctr" rotWithShape="0">
                  <a:prstClr val="black">
                    <a:alpha val="25000"/>
                  </a:prstClr>
                </a:outerShdw>
              </a:effectLst>
            </c:spPr>
            <c:extLst>
              <c:ext xmlns:c16="http://schemas.microsoft.com/office/drawing/2014/chart" uri="{C3380CC4-5D6E-409C-BE32-E72D297353CC}">
                <c16:uniqueId val="{00000005-9DB7-4E97-B102-54D9530FB46C}"/>
              </c:ext>
            </c:extLst>
          </c:dPt>
          <c:dLbls>
            <c:dLbl>
              <c:idx val="0"/>
              <c:tx>
                <c:rich>
                  <a:bodyPr/>
                  <a:lstStyle/>
                  <a:p>
                    <a:r>
                      <a:rPr lang="en-US" baseline="0"/>
                      <a:t> </a:t>
                    </a:r>
                    <a:fld id="{5E618DAF-3218-4A00-A785-7EEF881B27F0}" type="PERCENTAGE">
                      <a:rPr lang="en-US" baseline="0"/>
                      <a:pPr/>
                      <a:t>[PERCENTAGE]</a:t>
                    </a:fld>
                    <a:endParaRPr lang="en-US" baseline="0"/>
                  </a:p>
                </c:rich>
              </c:tx>
              <c:dLblPos val="inEnd"/>
              <c:showLegendKey val="0"/>
              <c:showVal val="1"/>
              <c:showCatName val="0"/>
              <c:showSerName val="0"/>
              <c:showPercent val="1"/>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9DB7-4E97-B102-54D9530FB46C}"/>
                </c:ext>
              </c:extLst>
            </c:dLbl>
            <c:dLbl>
              <c:idx val="1"/>
              <c:tx>
                <c:rich>
                  <a:bodyPr/>
                  <a:lstStyle/>
                  <a:p>
                    <a:fld id="{140820D4-A08C-43C1-8BD6-4B2B06006950}" type="PERCENTAGE">
                      <a:rPr lang="en-US" baseline="0" smtClean="0"/>
                      <a:pPr/>
                      <a:t>[PERCENTAGE]</a:t>
                    </a:fld>
                    <a:endParaRPr lang="en-GB"/>
                  </a:p>
                </c:rich>
              </c:tx>
              <c:dLblPos val="inEnd"/>
              <c:showLegendKey val="0"/>
              <c:showVal val="1"/>
              <c:showCatName val="0"/>
              <c:showSerName val="0"/>
              <c:showPercent val="1"/>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9DB7-4E97-B102-54D9530FB46C}"/>
                </c:ext>
              </c:extLst>
            </c:dLbl>
            <c:dLbl>
              <c:idx val="2"/>
              <c:tx>
                <c:rich>
                  <a:bodyPr/>
                  <a:lstStyle/>
                  <a:p>
                    <a:r>
                      <a:rPr lang="en-US" baseline="0" dirty="0"/>
                      <a:t> 11%</a:t>
                    </a:r>
                    <a:endParaRPr lang="en-US" dirty="0"/>
                  </a:p>
                </c:rich>
              </c:tx>
              <c:dLblPos val="inEnd"/>
              <c:showLegendKey val="0"/>
              <c:showVal val="1"/>
              <c:showCatName val="0"/>
              <c:showSerName val="0"/>
              <c:showPercent val="1"/>
              <c:showBubbleSize val="0"/>
              <c:extLst>
                <c:ext xmlns:c15="http://schemas.microsoft.com/office/drawing/2012/chart" uri="{CE6537A1-D6FC-4f65-9D91-7224C49458BB}">
                  <c15:showDataLabelsRange val="0"/>
                </c:ext>
                <c:ext xmlns:c16="http://schemas.microsoft.com/office/drawing/2014/chart" uri="{C3380CC4-5D6E-409C-BE32-E72D297353CC}">
                  <c16:uniqueId val="{00000005-9DB7-4E97-B102-54D9530FB46C}"/>
                </c:ext>
              </c:extLst>
            </c:dLbl>
            <c:spPr>
              <a:noFill/>
              <a:ln>
                <a:noFill/>
              </a:ln>
              <a:effectLst/>
            </c:spPr>
            <c:txPr>
              <a:bodyPr rot="0" spcFirstLastPara="1" vertOverflow="ellipsis" vert="horz" wrap="square" lIns="38100" tIns="19050" rIns="38100" bIns="19050" anchor="ctr" anchorCtr="1">
                <a:spAutoFit/>
              </a:bodyPr>
              <a:lstStyle/>
              <a:p>
                <a:pPr>
                  <a:defRPr sz="1800" b="1" i="0" u="none" strike="noStrike" kern="1200" baseline="0">
                    <a:solidFill>
                      <a:schemeClr val="lt1"/>
                    </a:solidFill>
                    <a:latin typeface="+mn-lt"/>
                    <a:ea typeface="+mn-ea"/>
                    <a:cs typeface="+mn-cs"/>
                  </a:defRPr>
                </a:pPr>
                <a:endParaRPr lang="en-US"/>
              </a:p>
            </c:txPr>
            <c:dLblPos val="inEnd"/>
            <c:showLegendKey val="0"/>
            <c:showVal val="1"/>
            <c:showCatName val="0"/>
            <c:showSerName val="0"/>
            <c:showPercent val="1"/>
            <c:showBubbleSize val="0"/>
            <c:showLeaderLines val="1"/>
            <c:leaderLines>
              <c:spPr>
                <a:ln w="9525" cap="flat" cmpd="sng" algn="ctr">
                  <a:solidFill>
                    <a:schemeClr val="dk1">
                      <a:lumMod val="35000"/>
                      <a:lumOff val="65000"/>
                    </a:schemeClr>
                  </a:solidFill>
                  <a:round/>
                </a:ln>
                <a:effectLst/>
              </c:spPr>
            </c:leaderLines>
            <c:extLst>
              <c:ext xmlns:c15="http://schemas.microsoft.com/office/drawing/2012/chart" uri="{CE6537A1-D6FC-4f65-9D91-7224C49458BB}"/>
            </c:extLst>
          </c:dLbls>
          <c:cat>
            <c:strRef>
              <c:f>'QQ-9'!$A$2:$A$4</c:f>
              <c:strCache>
                <c:ptCount val="3"/>
                <c:pt idx="0">
                  <c:v>Retailer</c:v>
                </c:pt>
                <c:pt idx="1">
                  <c:v>Direct</c:v>
                </c:pt>
                <c:pt idx="2">
                  <c:v>Distributor</c:v>
                </c:pt>
              </c:strCache>
            </c:strRef>
          </c:cat>
          <c:val>
            <c:numRef>
              <c:f>'QQ-9'!$C$2:$C$4</c:f>
              <c:numCache>
                <c:formatCode>General</c:formatCode>
                <c:ptCount val="3"/>
                <c:pt idx="0">
                  <c:v>73.23</c:v>
                </c:pt>
                <c:pt idx="1">
                  <c:v>15.47</c:v>
                </c:pt>
                <c:pt idx="2">
                  <c:v>11.3</c:v>
                </c:pt>
              </c:numCache>
            </c:numRef>
          </c:val>
          <c:extLst>
            <c:ext xmlns:c16="http://schemas.microsoft.com/office/drawing/2014/chart" uri="{C3380CC4-5D6E-409C-BE32-E72D297353CC}">
              <c16:uniqueId val="{00000006-9DB7-4E97-B102-54D9530FB46C}"/>
            </c:ext>
          </c:extLst>
        </c:ser>
        <c:dLbls>
          <c:dLblPos val="inEnd"/>
          <c:showLegendKey val="0"/>
          <c:showVal val="1"/>
          <c:showCatName val="0"/>
          <c:showSerName val="0"/>
          <c:showPercent val="0"/>
          <c:showBubbleSize val="0"/>
          <c:showLeaderLines val="1"/>
        </c:dLbls>
        <c:firstSliceAng val="0"/>
      </c:pieChart>
      <c:spPr>
        <a:noFill/>
        <a:ln>
          <a:noFill/>
        </a:ln>
        <a:effectLst/>
      </c:spPr>
    </c:plotArea>
    <c:legend>
      <c:legendPos val="b"/>
      <c:overlay val="0"/>
      <c:spPr>
        <a:solidFill>
          <a:schemeClr val="lt1">
            <a:alpha val="78000"/>
          </a:schemeClr>
        </a:solidFill>
        <a:ln>
          <a:noFill/>
        </a:ln>
        <a:effectLst/>
      </c:spPr>
      <c:txPr>
        <a:bodyPr rot="0" spcFirstLastPara="1" vertOverflow="ellipsis" vert="horz" wrap="square" anchor="ctr" anchorCtr="1"/>
        <a:lstStyle/>
        <a:p>
          <a:pPr>
            <a:defRPr sz="2000" b="0" i="0" u="none" strike="noStrike" kern="1200" baseline="0">
              <a:solidFill>
                <a:schemeClr val="dk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pattFill prst="dkDnDiag">
      <a:fgClr>
        <a:schemeClr val="lt1">
          <a:lumMod val="95000"/>
        </a:schemeClr>
      </a:fgClr>
      <a:bgClr>
        <a:schemeClr val="lt1"/>
      </a:bgClr>
    </a:pattFill>
    <a:ln w="9525" cap="flat" cmpd="sng" algn="ctr">
      <a:solidFill>
        <a:schemeClr val="dk1">
          <a:lumMod val="15000"/>
          <a:lumOff val="85000"/>
        </a:schemeClr>
      </a:solidFill>
      <a:round/>
    </a:ln>
    <a:effectLst/>
  </c:spPr>
  <c:txPr>
    <a:bodyPr/>
    <a:lstStyle/>
    <a:p>
      <a:pPr>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7"/>
    </mc:Choice>
    <mc:Fallback>
      <c:style val="7"/>
    </mc:Fallback>
  </mc:AlternateContent>
  <c:chart>
    <c:title>
      <c:tx>
        <c:rich>
          <a:bodyPr rot="0" spcFirstLastPara="1" vertOverflow="ellipsis" vert="horz" wrap="square" anchor="ctr" anchorCtr="1"/>
          <a:lstStyle/>
          <a:p>
            <a:pPr>
              <a:defRPr b="0" i="0" u="none" strike="noStrike" kern="1200" baseline="0">
                <a:solidFill>
                  <a:schemeClr val="dk1">
                    <a:lumMod val="65000"/>
                    <a:lumOff val="35000"/>
                  </a:schemeClr>
                </a:solidFill>
                <a:effectLst/>
                <a:latin typeface="+mn-lt"/>
                <a:ea typeface="+mn-ea"/>
                <a:cs typeface="+mn-cs"/>
              </a:defRPr>
            </a:pPr>
            <a:r>
              <a:rPr lang="en-GB" b="1" i="0" u="none" strike="noStrike" kern="1200" baseline="0" dirty="0">
                <a:solidFill>
                  <a:prstClr val="black">
                    <a:lumMod val="65000"/>
                    <a:lumOff val="35000"/>
                  </a:prstClr>
                </a:solidFill>
                <a:effectLst/>
              </a:rPr>
              <a:t>Sold Quantity </a:t>
            </a:r>
            <a:r>
              <a:rPr lang="en-GB" b="1" dirty="0"/>
              <a:t> by PC</a:t>
            </a:r>
          </a:p>
          <a:p>
            <a:pPr>
              <a:defRPr/>
            </a:pPr>
            <a:endParaRPr lang="en-GB" dirty="0"/>
          </a:p>
        </c:rich>
      </c:tx>
      <c:layout>
        <c:manualLayout>
          <c:xMode val="edge"/>
          <c:yMode val="edge"/>
          <c:x val="0.37550678040244967"/>
          <c:y val="0"/>
        </c:manualLayout>
      </c:layout>
      <c:overlay val="0"/>
      <c:spPr>
        <a:noFill/>
        <a:ln>
          <a:noFill/>
        </a:ln>
        <a:effectLst/>
      </c:spPr>
      <c:txPr>
        <a:bodyPr rot="0" spcFirstLastPara="1" vertOverflow="ellipsis" vert="horz" wrap="square" anchor="ctr" anchorCtr="1"/>
        <a:lstStyle/>
        <a:p>
          <a:pPr>
            <a:defRPr b="0" i="0" u="none" strike="noStrike" kern="1200" baseline="0">
              <a:solidFill>
                <a:schemeClr val="dk1">
                  <a:lumMod val="65000"/>
                  <a:lumOff val="35000"/>
                </a:schemeClr>
              </a:solidFill>
              <a:effectLst/>
              <a:latin typeface="+mn-lt"/>
              <a:ea typeface="+mn-ea"/>
              <a:cs typeface="+mn-cs"/>
            </a:defRPr>
          </a:pPr>
          <a:endParaRPr lang="en-US"/>
        </a:p>
      </c:txPr>
    </c:title>
    <c:autoTitleDeleted val="0"/>
    <c:plotArea>
      <c:layout/>
      <c:barChart>
        <c:barDir val="col"/>
        <c:grouping val="clustered"/>
        <c:varyColors val="0"/>
        <c:ser>
          <c:idx val="0"/>
          <c:order val="0"/>
          <c:spPr>
            <a:gradFill>
              <a:gsLst>
                <a:gs pos="0">
                  <a:schemeClr val="accent5"/>
                </a:gs>
                <a:gs pos="100000">
                  <a:schemeClr val="accent5">
                    <a:lumMod val="84000"/>
                  </a:schemeClr>
                </a:gs>
              </a:gsLst>
              <a:lin ang="5400000" scaled="1"/>
            </a:gradFill>
            <a:ln>
              <a:noFill/>
            </a:ln>
            <a:effectLst>
              <a:outerShdw blurRad="76200" dir="18900000" sy="23000" kx="-1200000" algn="bl" rotWithShape="0">
                <a:prstClr val="black">
                  <a:alpha val="20000"/>
                </a:prstClr>
              </a:outerShd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330" b="1" i="0" u="none" strike="noStrike" kern="1200" baseline="0">
                    <a:solidFill>
                      <a:schemeClr val="lt1"/>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multiLvlStrRef>
              <c:f>'QQ-10'!$A$5:$B$7</c:f>
              <c:multiLvlStrCache>
                <c:ptCount val="3"/>
                <c:lvl>
                  <c:pt idx="0">
                    <c:v>AQ Digit</c:v>
                  </c:pt>
                  <c:pt idx="1">
                    <c:v>AQ Velocity</c:v>
                  </c:pt>
                  <c:pt idx="2">
                    <c:v>AQ Digit</c:v>
                  </c:pt>
                </c:lvl>
                <c:lvl>
                  <c:pt idx="0">
                    <c:v>PC</c:v>
                  </c:pt>
                  <c:pt idx="1">
                    <c:v>PC</c:v>
                  </c:pt>
                  <c:pt idx="2">
                    <c:v>PC</c:v>
                  </c:pt>
                </c:lvl>
              </c:multiLvlStrCache>
            </c:multiLvlStrRef>
          </c:cat>
          <c:val>
            <c:numRef>
              <c:f>'QQ-10'!$C$5:$C$7</c:f>
              <c:numCache>
                <c:formatCode>General</c:formatCode>
                <c:ptCount val="3"/>
                <c:pt idx="0">
                  <c:v>17434</c:v>
                </c:pt>
                <c:pt idx="1">
                  <c:v>17280</c:v>
                </c:pt>
                <c:pt idx="2">
                  <c:v>17275</c:v>
                </c:pt>
              </c:numCache>
            </c:numRef>
          </c:val>
          <c:extLst>
            <c:ext xmlns:c16="http://schemas.microsoft.com/office/drawing/2014/chart" uri="{C3380CC4-5D6E-409C-BE32-E72D297353CC}">
              <c16:uniqueId val="{00000000-6C22-473C-8C22-4F81E74449E5}"/>
            </c:ext>
          </c:extLst>
        </c:ser>
        <c:dLbls>
          <c:dLblPos val="inEnd"/>
          <c:showLegendKey val="0"/>
          <c:showVal val="1"/>
          <c:showCatName val="0"/>
          <c:showSerName val="0"/>
          <c:showPercent val="0"/>
          <c:showBubbleSize val="0"/>
        </c:dLbls>
        <c:gapWidth val="41"/>
        <c:axId val="606672384"/>
        <c:axId val="606672864"/>
      </c:barChart>
      <c:catAx>
        <c:axId val="606672384"/>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dk1">
                    <a:lumMod val="65000"/>
                    <a:lumOff val="35000"/>
                  </a:schemeClr>
                </a:solidFill>
                <a:effectLst/>
                <a:latin typeface="+mn-lt"/>
                <a:ea typeface="+mn-ea"/>
                <a:cs typeface="+mn-cs"/>
              </a:defRPr>
            </a:pPr>
            <a:endParaRPr lang="en-US"/>
          </a:p>
        </c:txPr>
        <c:crossAx val="606672864"/>
        <c:crosses val="autoZero"/>
        <c:auto val="1"/>
        <c:lblAlgn val="ctr"/>
        <c:lblOffset val="100"/>
        <c:noMultiLvlLbl val="0"/>
      </c:catAx>
      <c:valAx>
        <c:axId val="606672864"/>
        <c:scaling>
          <c:orientation val="minMax"/>
        </c:scaling>
        <c:delete val="1"/>
        <c:axPos val="l"/>
        <c:numFmt formatCode="General" sourceLinked="1"/>
        <c:majorTickMark val="none"/>
        <c:minorTickMark val="none"/>
        <c:tickLblPos val="nextTo"/>
        <c:crossAx val="606672384"/>
        <c:crosses val="autoZero"/>
        <c:crossBetween val="between"/>
      </c:valAx>
      <c:spPr>
        <a:noFill/>
        <a:ln>
          <a:noFill/>
        </a:ln>
        <a:effectLst/>
      </c:spPr>
    </c:plotArea>
    <c:plotVisOnly val="1"/>
    <c:dispBlanksAs val="gap"/>
    <c:showDLblsOverMax val="0"/>
  </c:chart>
  <c:spPr>
    <a:gradFill flip="none" rotWithShape="1">
      <a:gsLst>
        <a:gs pos="0">
          <a:schemeClr val="lt1"/>
        </a:gs>
        <a:gs pos="68000">
          <a:schemeClr val="lt1">
            <a:lumMod val="85000"/>
          </a:schemeClr>
        </a:gs>
        <a:gs pos="100000">
          <a:schemeClr val="lt1"/>
        </a:gs>
      </a:gsLst>
      <a:lin ang="5400000" scaled="1"/>
      <a:tileRect/>
    </a:gradFill>
    <a:ln w="9525" cap="flat" cmpd="sng" algn="ctr">
      <a:solidFill>
        <a:schemeClr val="dk1">
          <a:lumMod val="15000"/>
          <a:lumOff val="85000"/>
        </a:schemeClr>
      </a:solidFill>
      <a:round/>
    </a:ln>
    <a:effectLst/>
  </c:spPr>
  <c:txPr>
    <a:bodyPr/>
    <a:lstStyle/>
    <a:p>
      <a:pPr>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hart>
    <c:title>
      <c:tx>
        <c:rich>
          <a:bodyPr rot="0" spcFirstLastPara="1" vertOverflow="ellipsis" vert="horz" wrap="square" anchor="ctr" anchorCtr="1"/>
          <a:lstStyle/>
          <a:p>
            <a:pPr>
              <a:defRPr b="0" i="0" u="none" strike="noStrike" kern="1200" baseline="0">
                <a:solidFill>
                  <a:schemeClr val="dk1">
                    <a:lumMod val="65000"/>
                    <a:lumOff val="35000"/>
                  </a:schemeClr>
                </a:solidFill>
                <a:effectLst/>
                <a:latin typeface="+mn-lt"/>
                <a:ea typeface="+mn-ea"/>
                <a:cs typeface="+mn-cs"/>
              </a:defRPr>
            </a:pPr>
            <a:r>
              <a:rPr lang="en-GB" b="1" i="0" u="none" strike="noStrike" kern="1200" baseline="0" dirty="0">
                <a:solidFill>
                  <a:prstClr val="black">
                    <a:lumMod val="65000"/>
                    <a:lumOff val="35000"/>
                  </a:prstClr>
                </a:solidFill>
                <a:effectLst/>
              </a:rPr>
              <a:t>Sold Quantity </a:t>
            </a:r>
            <a:r>
              <a:rPr lang="en-US" b="1" dirty="0"/>
              <a:t> by N &amp;S</a:t>
            </a:r>
          </a:p>
        </c:rich>
      </c:tx>
      <c:overlay val="0"/>
      <c:spPr>
        <a:noFill/>
        <a:ln>
          <a:noFill/>
        </a:ln>
        <a:effectLst/>
      </c:spPr>
      <c:txPr>
        <a:bodyPr rot="0" spcFirstLastPara="1" vertOverflow="ellipsis" vert="horz" wrap="square" anchor="ctr" anchorCtr="1"/>
        <a:lstStyle/>
        <a:p>
          <a:pPr>
            <a:defRPr b="0" i="0" u="none" strike="noStrike" kern="1200" baseline="0">
              <a:solidFill>
                <a:schemeClr val="dk1">
                  <a:lumMod val="65000"/>
                  <a:lumOff val="35000"/>
                </a:schemeClr>
              </a:solidFill>
              <a:effectLst/>
              <a:latin typeface="+mn-lt"/>
              <a:ea typeface="+mn-ea"/>
              <a:cs typeface="+mn-cs"/>
            </a:defRPr>
          </a:pPr>
          <a:endParaRPr lang="en-US"/>
        </a:p>
      </c:txPr>
    </c:title>
    <c:autoTitleDeleted val="0"/>
    <c:plotArea>
      <c:layout/>
      <c:barChart>
        <c:barDir val="col"/>
        <c:grouping val="clustered"/>
        <c:varyColors val="0"/>
        <c:ser>
          <c:idx val="0"/>
          <c:order val="0"/>
          <c:tx>
            <c:strRef>
              <c:f>'QQ-10'!$C$1</c:f>
              <c:strCache>
                <c:ptCount val="1"/>
                <c:pt idx="0">
                  <c:v>total_quantity</c:v>
                </c:pt>
              </c:strCache>
            </c:strRef>
          </c:tx>
          <c:spPr>
            <a:gradFill>
              <a:gsLst>
                <a:gs pos="0">
                  <a:schemeClr val="accent2"/>
                </a:gs>
                <a:gs pos="100000">
                  <a:schemeClr val="accent2">
                    <a:lumMod val="84000"/>
                  </a:schemeClr>
                </a:gs>
              </a:gsLst>
              <a:lin ang="5400000" scaled="1"/>
            </a:gradFill>
            <a:ln>
              <a:noFill/>
            </a:ln>
            <a:effectLst>
              <a:outerShdw blurRad="76200" dir="18900000" sy="23000" kx="-1200000" algn="bl" rotWithShape="0">
                <a:prstClr val="black">
                  <a:alpha val="20000"/>
                </a:prstClr>
              </a:outerShd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330" b="1" i="0" u="none" strike="noStrike" kern="1200" baseline="0">
                    <a:solidFill>
                      <a:schemeClr val="lt1"/>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multiLvlStrRef>
              <c:f>'QQ-10'!$A$2:$B$4</c:f>
              <c:multiLvlStrCache>
                <c:ptCount val="3"/>
                <c:lvl>
                  <c:pt idx="0">
                    <c:v>AQ Pen Drive 2 IN 1</c:v>
                  </c:pt>
                  <c:pt idx="1">
                    <c:v>AQ Pen Drive DRC</c:v>
                  </c:pt>
                  <c:pt idx="2">
                    <c:v>AQ Pen Drive DRC</c:v>
                  </c:pt>
                </c:lvl>
                <c:lvl>
                  <c:pt idx="0">
                    <c:v>N &amp; S</c:v>
                  </c:pt>
                  <c:pt idx="1">
                    <c:v>N &amp; S</c:v>
                  </c:pt>
                  <c:pt idx="2">
                    <c:v>N &amp; S</c:v>
                  </c:pt>
                </c:lvl>
              </c:multiLvlStrCache>
            </c:multiLvlStrRef>
          </c:cat>
          <c:val>
            <c:numRef>
              <c:f>'QQ-10'!$C$2:$C$4</c:f>
              <c:numCache>
                <c:formatCode>General</c:formatCode>
                <c:ptCount val="3"/>
                <c:pt idx="0">
                  <c:v>701373</c:v>
                </c:pt>
                <c:pt idx="1">
                  <c:v>688003</c:v>
                </c:pt>
                <c:pt idx="2">
                  <c:v>676245</c:v>
                </c:pt>
              </c:numCache>
            </c:numRef>
          </c:val>
          <c:extLst>
            <c:ext xmlns:c16="http://schemas.microsoft.com/office/drawing/2014/chart" uri="{C3380CC4-5D6E-409C-BE32-E72D297353CC}">
              <c16:uniqueId val="{00000000-D4F7-494E-BC93-C28DEAE2E6D7}"/>
            </c:ext>
          </c:extLst>
        </c:ser>
        <c:dLbls>
          <c:dLblPos val="inEnd"/>
          <c:showLegendKey val="0"/>
          <c:showVal val="1"/>
          <c:showCatName val="0"/>
          <c:showSerName val="0"/>
          <c:showPercent val="0"/>
          <c:showBubbleSize val="0"/>
        </c:dLbls>
        <c:gapWidth val="41"/>
        <c:axId val="877276111"/>
        <c:axId val="877277071"/>
      </c:barChart>
      <c:catAx>
        <c:axId val="877276111"/>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dk1">
                    <a:lumMod val="65000"/>
                    <a:lumOff val="35000"/>
                  </a:schemeClr>
                </a:solidFill>
                <a:effectLst/>
                <a:latin typeface="+mn-lt"/>
                <a:ea typeface="+mn-ea"/>
                <a:cs typeface="+mn-cs"/>
              </a:defRPr>
            </a:pPr>
            <a:endParaRPr lang="en-US"/>
          </a:p>
        </c:txPr>
        <c:crossAx val="877277071"/>
        <c:crosses val="autoZero"/>
        <c:auto val="1"/>
        <c:lblAlgn val="ctr"/>
        <c:lblOffset val="100"/>
        <c:noMultiLvlLbl val="0"/>
      </c:catAx>
      <c:valAx>
        <c:axId val="877277071"/>
        <c:scaling>
          <c:orientation val="minMax"/>
        </c:scaling>
        <c:delete val="1"/>
        <c:axPos val="l"/>
        <c:numFmt formatCode="General" sourceLinked="1"/>
        <c:majorTickMark val="none"/>
        <c:minorTickMark val="none"/>
        <c:tickLblPos val="nextTo"/>
        <c:crossAx val="877276111"/>
        <c:crosses val="autoZero"/>
        <c:crossBetween val="between"/>
      </c:valAx>
      <c:spPr>
        <a:noFill/>
        <a:ln>
          <a:noFill/>
        </a:ln>
        <a:effectLst/>
      </c:spPr>
    </c:plotArea>
    <c:plotVisOnly val="1"/>
    <c:dispBlanksAs val="gap"/>
    <c:showDLblsOverMax val="0"/>
  </c:chart>
  <c:spPr>
    <a:gradFill flip="none" rotWithShape="1">
      <a:gsLst>
        <a:gs pos="0">
          <a:schemeClr val="lt1"/>
        </a:gs>
        <a:gs pos="68000">
          <a:schemeClr val="lt1">
            <a:lumMod val="85000"/>
          </a:schemeClr>
        </a:gs>
        <a:gs pos="100000">
          <a:schemeClr val="lt1"/>
        </a:gs>
      </a:gsLst>
      <a:lin ang="5400000" scaled="1"/>
      <a:tileRect/>
    </a:gradFill>
    <a:ln w="9525" cap="flat" cmpd="sng" algn="ctr">
      <a:solidFill>
        <a:schemeClr val="dk1">
          <a:lumMod val="15000"/>
          <a:lumOff val="85000"/>
        </a:schemeClr>
      </a:solidFill>
      <a:round/>
    </a:ln>
    <a:effectLst/>
  </c:spPr>
  <c:txPr>
    <a:bodyPr/>
    <a:lstStyle/>
    <a:p>
      <a:pPr>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title>
      <c:tx>
        <c:rich>
          <a:bodyPr rot="0" spcFirstLastPara="1" vertOverflow="ellipsis" vert="horz" wrap="square" anchor="ctr" anchorCtr="1"/>
          <a:lstStyle/>
          <a:p>
            <a:pPr algn="l">
              <a:defRPr b="0" i="0" u="none" strike="noStrike" kern="1200" baseline="0">
                <a:solidFill>
                  <a:schemeClr val="dk1">
                    <a:lumMod val="65000"/>
                    <a:lumOff val="35000"/>
                  </a:schemeClr>
                </a:solidFill>
                <a:effectLst/>
                <a:latin typeface="+mn-lt"/>
                <a:ea typeface="+mn-ea"/>
                <a:cs typeface="+mn-cs"/>
              </a:defRPr>
            </a:pPr>
            <a:r>
              <a:rPr lang="en-GB" b="1" dirty="0"/>
              <a:t>Sold</a:t>
            </a:r>
            <a:r>
              <a:rPr lang="en-GB" b="1" baseline="0" dirty="0"/>
              <a:t> </a:t>
            </a:r>
            <a:r>
              <a:rPr lang="en-GB" b="1" dirty="0"/>
              <a:t>Quantity by P &amp;</a:t>
            </a:r>
            <a:r>
              <a:rPr lang="en-GB" b="1" baseline="0" dirty="0"/>
              <a:t> A</a:t>
            </a:r>
            <a:endParaRPr lang="en-GB" b="1" dirty="0"/>
          </a:p>
        </c:rich>
      </c:tx>
      <c:overlay val="0"/>
      <c:spPr>
        <a:noFill/>
        <a:ln>
          <a:noFill/>
        </a:ln>
        <a:effectLst/>
      </c:spPr>
      <c:txPr>
        <a:bodyPr rot="0" spcFirstLastPara="1" vertOverflow="ellipsis" vert="horz" wrap="square" anchor="ctr" anchorCtr="1"/>
        <a:lstStyle/>
        <a:p>
          <a:pPr algn="l">
            <a:defRPr b="0" i="0" u="none" strike="noStrike" kern="1200" baseline="0">
              <a:solidFill>
                <a:schemeClr val="dk1">
                  <a:lumMod val="65000"/>
                  <a:lumOff val="35000"/>
                </a:schemeClr>
              </a:solidFill>
              <a:effectLst/>
              <a:latin typeface="+mn-lt"/>
              <a:ea typeface="+mn-ea"/>
              <a:cs typeface="+mn-cs"/>
            </a:defRPr>
          </a:pPr>
          <a:endParaRPr lang="en-US"/>
        </a:p>
      </c:txPr>
    </c:title>
    <c:autoTitleDeleted val="0"/>
    <c:plotArea>
      <c:layout/>
      <c:barChart>
        <c:barDir val="col"/>
        <c:grouping val="clustered"/>
        <c:varyColors val="0"/>
        <c:ser>
          <c:idx val="0"/>
          <c:order val="0"/>
          <c:spPr>
            <a:gradFill>
              <a:gsLst>
                <a:gs pos="0">
                  <a:schemeClr val="accent1"/>
                </a:gs>
                <a:gs pos="100000">
                  <a:schemeClr val="accent1">
                    <a:lumMod val="84000"/>
                  </a:schemeClr>
                </a:gs>
              </a:gsLst>
              <a:lin ang="5400000" scaled="1"/>
            </a:gradFill>
            <a:ln>
              <a:noFill/>
            </a:ln>
            <a:effectLst>
              <a:outerShdw blurRad="76200" dir="18900000" sy="23000" kx="-1200000" algn="bl" rotWithShape="0">
                <a:prstClr val="black">
                  <a:alpha val="20000"/>
                </a:prstClr>
              </a:outerShd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330" b="1" i="0" u="none" strike="noStrike" kern="1200" baseline="0">
                    <a:solidFill>
                      <a:schemeClr val="lt1"/>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multiLvlStrRef>
              <c:f>'QQ-10'!$A$5:$B$7</c:f>
              <c:multiLvlStrCache>
                <c:ptCount val="3"/>
                <c:lvl>
                  <c:pt idx="0">
                    <c:v>AQ Gamers Ms</c:v>
                  </c:pt>
                  <c:pt idx="1">
                    <c:v>AQ Maxima Ms</c:v>
                  </c:pt>
                  <c:pt idx="2">
                    <c:v>AQ Maxima Ms</c:v>
                  </c:pt>
                </c:lvl>
                <c:lvl>
                  <c:pt idx="0">
                    <c:v>P &amp; A</c:v>
                  </c:pt>
                  <c:pt idx="1">
                    <c:v>P &amp; A</c:v>
                  </c:pt>
                  <c:pt idx="2">
                    <c:v>P &amp; A</c:v>
                  </c:pt>
                </c:lvl>
              </c:multiLvlStrCache>
            </c:multiLvlStrRef>
          </c:cat>
          <c:val>
            <c:numRef>
              <c:f>'QQ-10'!$C$5:$C$7</c:f>
              <c:numCache>
                <c:formatCode>General</c:formatCode>
                <c:ptCount val="3"/>
                <c:pt idx="0">
                  <c:v>428498</c:v>
                </c:pt>
                <c:pt idx="1">
                  <c:v>419865</c:v>
                </c:pt>
                <c:pt idx="2">
                  <c:v>419471</c:v>
                </c:pt>
              </c:numCache>
            </c:numRef>
          </c:val>
          <c:extLst>
            <c:ext xmlns:c16="http://schemas.microsoft.com/office/drawing/2014/chart" uri="{C3380CC4-5D6E-409C-BE32-E72D297353CC}">
              <c16:uniqueId val="{00000000-F76B-4023-8756-A7CE6F92B56E}"/>
            </c:ext>
          </c:extLst>
        </c:ser>
        <c:dLbls>
          <c:dLblPos val="inEnd"/>
          <c:showLegendKey val="0"/>
          <c:showVal val="1"/>
          <c:showCatName val="0"/>
          <c:showSerName val="0"/>
          <c:showPercent val="0"/>
          <c:showBubbleSize val="0"/>
        </c:dLbls>
        <c:gapWidth val="41"/>
        <c:axId val="880912975"/>
        <c:axId val="880908175"/>
      </c:barChart>
      <c:catAx>
        <c:axId val="880912975"/>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dk1">
                    <a:lumMod val="65000"/>
                    <a:lumOff val="35000"/>
                  </a:schemeClr>
                </a:solidFill>
                <a:effectLst/>
                <a:latin typeface="+mn-lt"/>
                <a:ea typeface="+mn-ea"/>
                <a:cs typeface="+mn-cs"/>
              </a:defRPr>
            </a:pPr>
            <a:endParaRPr lang="en-US"/>
          </a:p>
        </c:txPr>
        <c:crossAx val="880908175"/>
        <c:crosses val="autoZero"/>
        <c:auto val="1"/>
        <c:lblAlgn val="ctr"/>
        <c:lblOffset val="100"/>
        <c:noMultiLvlLbl val="0"/>
      </c:catAx>
      <c:valAx>
        <c:axId val="880908175"/>
        <c:scaling>
          <c:orientation val="minMax"/>
        </c:scaling>
        <c:delete val="1"/>
        <c:axPos val="l"/>
        <c:numFmt formatCode="General" sourceLinked="1"/>
        <c:majorTickMark val="none"/>
        <c:minorTickMark val="none"/>
        <c:tickLblPos val="nextTo"/>
        <c:crossAx val="880912975"/>
        <c:crosses val="autoZero"/>
        <c:crossBetween val="between"/>
      </c:valAx>
      <c:spPr>
        <a:noFill/>
        <a:ln>
          <a:noFill/>
        </a:ln>
        <a:effectLst/>
      </c:spPr>
    </c:plotArea>
    <c:plotVisOnly val="1"/>
    <c:dispBlanksAs val="gap"/>
    <c:showDLblsOverMax val="0"/>
  </c:chart>
  <c:spPr>
    <a:gradFill flip="none" rotWithShape="1">
      <a:gsLst>
        <a:gs pos="0">
          <a:schemeClr val="lt1"/>
        </a:gs>
        <a:gs pos="68000">
          <a:schemeClr val="lt1">
            <a:lumMod val="85000"/>
          </a:schemeClr>
        </a:gs>
        <a:gs pos="100000">
          <a:schemeClr val="lt1"/>
        </a:gs>
      </a:gsLst>
      <a:lin ang="5400000" scaled="1"/>
      <a:tileRect/>
    </a:gradFill>
    <a:ln w="9525" cap="flat" cmpd="sng" algn="ctr">
      <a:solidFill>
        <a:schemeClr val="dk1">
          <a:lumMod val="15000"/>
          <a:lumOff val="85000"/>
        </a:schemeClr>
      </a:solidFill>
      <a:round/>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withinLinear" id="18">
  <a:schemeClr val="accent5"/>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withinLinear" id="18">
  <a:schemeClr val="accent5"/>
</cs:colorStyle>
</file>

<file path=ppt/charts/colors8.xml><?xml version="1.0" encoding="utf-8"?>
<cs:colorStyle xmlns:cs="http://schemas.microsoft.com/office/drawing/2012/chartStyle" xmlns:a="http://schemas.openxmlformats.org/drawingml/2006/main" meth="withinLinear" id="15">
  <a:schemeClr val="accent2"/>
</cs:colorStyle>
</file>

<file path=ppt/charts/colors9.xml><?xml version="1.0" encoding="utf-8"?>
<cs:colorStyle xmlns:cs="http://schemas.microsoft.com/office/drawing/2012/chartStyle" xmlns:a="http://schemas.openxmlformats.org/drawingml/2006/main" meth="withinLinear" id="14">
  <a:schemeClr val="accent1"/>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5">
  <cs:axisTitle>
    <cs:lnRef idx="0"/>
    <cs:fillRef idx="0"/>
    <cs:effectRef idx="0"/>
    <cs:fontRef idx="minor">
      <a:schemeClr val="dk1">
        <a:lumMod val="75000"/>
        <a:lumOff val="25000"/>
      </a:schemeClr>
    </cs:fontRef>
    <cs:defRPr sz="1197"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1197"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1197" kern="1200"/>
  </cs:chartArea>
  <cs:dataLabel>
    <cs:lnRef idx="0"/>
    <cs:fillRef idx="0"/>
    <cs:effectRef idx="0"/>
    <cs:fontRef idx="minor">
      <a:schemeClr val="lt1"/>
    </cs:fontRef>
    <cs:defRPr sz="1197" b="1" i="0" u="none" strike="noStrike" kern="1200" baseline="0"/>
  </cs:dataLabel>
  <cs:dataLabelCallout>
    <cs:lnRef idx="0"/>
    <cs:fillRef idx="0"/>
    <cs:effectRef idx="0"/>
    <cs:fontRef idx="minor">
      <a:schemeClr val="lt1"/>
    </cs:fontRef>
    <cs:spPr>
      <a:solidFill>
        <a:schemeClr val="dk1">
          <a:lumMod val="65000"/>
          <a:lumOff val="35000"/>
          <a:alpha val="75000"/>
        </a:schemeClr>
      </a:solidFill>
    </cs:spPr>
    <cs:defRPr sz="1197" b="1"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
  <cs:dataPoint3D>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1197"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1197"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1197"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22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1197"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1197" kern="1200"/>
  </cs:valueAxis>
  <cs:wall>
    <cs:lnRef idx="0"/>
    <cs:fillRef idx="0"/>
    <cs:effectRef idx="0"/>
    <cs:fontRef idx="minor">
      <a:schemeClr val="dk1"/>
    </cs:fontRef>
  </cs:wall>
</cs:chartStyle>
</file>

<file path=ppt/charts/style6.xml><?xml version="1.0" encoding="utf-8"?>
<cs:chartStyle xmlns:cs="http://schemas.microsoft.com/office/drawing/2012/chartStyle" xmlns:a="http://schemas.openxmlformats.org/drawingml/2006/main" id="261">
  <cs:axisTitle>
    <cs:lnRef idx="0"/>
    <cs:fillRef idx="0"/>
    <cs:effectRef idx="0"/>
    <cs:fontRef idx="minor">
      <a:schemeClr val="dk1">
        <a:lumMod val="65000"/>
        <a:lumOff val="35000"/>
      </a:schemeClr>
    </cs:fontRef>
    <cs:defRPr sz="900" kern="1200"/>
  </cs:axisTitle>
  <cs:categoryAxis>
    <cs:lnRef idx="0"/>
    <cs:fillRef idx="0"/>
    <cs:effectRef idx="0"/>
    <cs:fontRef idx="minor">
      <a:schemeClr val="dk1">
        <a:lumMod val="65000"/>
        <a:lumOff val="35000"/>
      </a:schemeClr>
    </cs:fontRef>
    <cs:defRPr sz="900" kern="1200"/>
  </cs:categoryAxis>
  <cs:chartArea>
    <cs:lnRef idx="0"/>
    <cs:fillRef idx="0"/>
    <cs:effectRef idx="0"/>
    <cs:fontRef idx="minor">
      <a:schemeClr val="dk1"/>
    </cs:fontRef>
    <cs:spPr>
      <a:pattFill prst="dkDnDiag">
        <a:fgClr>
          <a:schemeClr val="lt1">
            <a:lumMod val="95000"/>
          </a:schemeClr>
        </a:fgClr>
        <a:bgClr>
          <a:schemeClr val="lt1"/>
        </a:bgClr>
      </a:pattFill>
      <a:ln w="9525" cap="flat" cmpd="sng" algn="ctr">
        <a:solidFill>
          <a:schemeClr val="dk1">
            <a:lumMod val="15000"/>
            <a:lumOff val="85000"/>
          </a:schemeClr>
        </a:solidFill>
        <a:round/>
      </a:ln>
    </cs:spPr>
    <cs:defRPr sz="900" kern="1200"/>
  </cs:chartArea>
  <cs:dataLabel>
    <cs:lnRef idx="0"/>
    <cs:fillRef idx="0"/>
    <cs:effectRef idx="0"/>
    <cs:fontRef idx="minor">
      <a:schemeClr val="lt1"/>
    </cs:fontRef>
    <cs:defRPr sz="900" b="1" i="0" u="none" strike="noStrike" kern="1200" baseline="0"/>
  </cs:dataLabel>
  <cs:dataLabelCallout>
    <cs:lnRef idx="0"/>
    <cs:fillRef idx="0"/>
    <cs:effectRef idx="0"/>
    <cs:fontRef idx="minor">
      <a:schemeClr val="dk1">
        <a:lumMod val="65000"/>
        <a:lumOff val="35000"/>
      </a:schemeClr>
    </cs:fontRef>
    <cs:spPr>
      <a:solidFill>
        <a:schemeClr val="lt1">
          <a:alpha val="75000"/>
        </a:schemeClr>
      </a:solidFill>
      <a:ln w="9525">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317500" algn="ctr" rotWithShape="0">
          <a:prstClr val="black">
            <a:alpha val="25000"/>
          </a:prstClr>
        </a:outerShdw>
      </a:effectLst>
    </cs:spPr>
  </cs:dataPoint>
  <cs:dataPoint3D>
    <cs:lnRef idx="0"/>
    <cs:fillRef idx="0">
      <cs:styleClr val="auto"/>
    </cs:fillRef>
    <cs:effectRef idx="0"/>
    <cs:fontRef idx="minor">
      <a:schemeClr val="dk1"/>
    </cs:fontRef>
    <cs:spPr>
      <a:solidFill>
        <a:schemeClr val="phClr"/>
      </a:solidFill>
      <a:effectLst>
        <a:outerShdw blurRad="88900" sx="102000" sy="102000" algn="ctr" rotWithShape="0">
          <a:prstClr val="black">
            <a:alpha val="20000"/>
          </a:prstClr>
        </a:outerShdw>
      </a:effectLst>
      <a:scene3d>
        <a:camera prst="orthographicFront"/>
        <a:lightRig rig="threePt" dir="t"/>
      </a:scene3d>
      <a:sp3d prstMaterial="matte"/>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noFill/>
      <a:ln w="9525" cap="flat" cmpd="sng" algn="ctr">
        <a:solidFill>
          <a:schemeClr val="dk1">
            <a:lumMod val="15000"/>
            <a:lumOff val="85000"/>
          </a:schemeClr>
        </a:solidFill>
        <a:round/>
      </a:ln>
    </cs:spPr>
    <cs:defRPr sz="900" kern="1200"/>
  </cs:dataTable>
  <cs:downBar>
    <cs:lnRef idx="0"/>
    <cs:fillRef idx="0"/>
    <cs:effectRef idx="0"/>
    <cs:fontRef idx="minor">
      <a:schemeClr val="dk1"/>
    </cs:fontRef>
    <cs:spPr>
      <a:solidFill>
        <a:schemeClr val="dk1">
          <a:lumMod val="75000"/>
          <a:lumOff val="25000"/>
        </a:schemeClr>
      </a:solidFill>
      <a:ln w="9525" cap="flat" cmpd="sng" algn="ctr">
        <a:solidFill>
          <a:schemeClr val="dk1">
            <a:lumMod val="65000"/>
            <a:lumOff val="35000"/>
          </a:schemeClr>
        </a:solidFill>
        <a:round/>
      </a:ln>
    </cs:spPr>
  </cs:downBar>
  <cs:dropLine>
    <cs:lnRef idx="0"/>
    <cs:fillRef idx="0"/>
    <cs:effectRef idx="0"/>
    <cs:fontRef idx="minor">
      <a:schemeClr val="dk1"/>
    </cs:fontRef>
    <cs:spPr>
      <a:ln w="9525" cap="flat" cmpd="sng" algn="ctr">
        <a:solidFill>
          <a:schemeClr val="dk1">
            <a:lumMod val="35000"/>
            <a:lumOff val="65000"/>
          </a:schemeClr>
        </a:solidFill>
        <a:round/>
      </a:ln>
    </cs:spPr>
  </cs:dropLine>
  <cs:errorBar>
    <cs:lnRef idx="0"/>
    <cs:fillRef idx="0"/>
    <cs:effectRef idx="0"/>
    <cs:fontRef idx="minor">
      <a:schemeClr val="dk1"/>
    </cs:fontRef>
    <cs:spPr>
      <a:ln w="9525" cap="flat" cmpd="sng" algn="ctr">
        <a:solidFill>
          <a:schemeClr val="dk1">
            <a:lumMod val="65000"/>
            <a:lumOff val="35000"/>
          </a:schemeClr>
        </a:solidFill>
        <a:round/>
      </a:ln>
    </cs:spPr>
  </cs:errorBar>
  <cs:floor>
    <cs:lnRef idx="0"/>
    <cs:fillRef idx="0"/>
    <cs:effectRef idx="0"/>
    <cs:fontRef idx="minor">
      <a:schemeClr val="dk1"/>
    </cs:fontRef>
    <cs:spPr>
      <a:noFill/>
      <a:ln>
        <a:noFill/>
      </a:ln>
    </cs:spPr>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w="9525" cap="flat" cmpd="sng" algn="ctr">
        <a:solidFill>
          <a:schemeClr val="dk1">
            <a:lumMod val="5000"/>
            <a:lumOff val="95000"/>
          </a:schemeClr>
        </a:solidFill>
        <a:round/>
      </a:ln>
    </cs:spPr>
  </cs:gridlineMinor>
  <cs:hiLoLine>
    <cs:lnRef idx="0"/>
    <cs:fillRef idx="0"/>
    <cs:effectRef idx="0"/>
    <cs:fontRef idx="minor">
      <a:schemeClr val="dk1"/>
    </cs:fontRef>
    <cs:spPr>
      <a:ln w="9525" cap="flat" cmpd="sng" algn="ctr">
        <a:solidFill>
          <a:schemeClr val="dk1">
            <a:lumMod val="50000"/>
            <a:lumOff val="50000"/>
          </a:schemeClr>
        </a:solidFill>
        <a:round/>
      </a:ln>
    </cs:spPr>
  </cs:hiLoLine>
  <cs:leaderLine>
    <cs:lnRef idx="0"/>
    <cs:fillRef idx="0"/>
    <cs:effectRef idx="0"/>
    <cs:fontRef idx="minor">
      <a:schemeClr val="dk1"/>
    </cs:fontRef>
    <cs:spPr>
      <a:ln w="9525" cap="flat" cmpd="sng" algn="ctr">
        <a:solidFill>
          <a:schemeClr val="dk1">
            <a:lumMod val="35000"/>
            <a:lumOff val="65000"/>
          </a:schemeClr>
        </a:solidFill>
        <a:round/>
      </a:ln>
    </cs:spPr>
  </cs:leaderLine>
  <cs:legend>
    <cs:lnRef idx="0"/>
    <cs:fillRef idx="0"/>
    <cs:effectRef idx="0"/>
    <cs:fontRef idx="minor">
      <a:schemeClr val="dk1">
        <a:lumMod val="65000"/>
        <a:lumOff val="35000"/>
      </a:schemeClr>
    </cs:fontRef>
    <cs:spPr>
      <a:solidFill>
        <a:schemeClr val="lt1">
          <a:alpha val="78000"/>
        </a:schemeClr>
      </a:solidFill>
    </cs:spPr>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dk1">
        <a:lumMod val="65000"/>
        <a:lumOff val="35000"/>
      </a:schemeClr>
    </cs:fontRef>
    <cs:defRPr sz="900" kern="1200"/>
  </cs:seriesAxis>
  <cs:seriesLine>
    <cs:lnRef idx="0"/>
    <cs:fillRef idx="0"/>
    <cs:effectRef idx="0"/>
    <cs:fontRef idx="minor">
      <a:schemeClr val="dk1"/>
    </cs:fontRef>
    <cs:spPr>
      <a:ln w="9525" cap="flat" cmpd="sng" algn="ctr">
        <a:solidFill>
          <a:schemeClr val="dk1">
            <a:lumMod val="35000"/>
            <a:lumOff val="65000"/>
          </a:schemeClr>
        </a:solidFill>
        <a:round/>
      </a:ln>
    </cs:spPr>
  </cs:seriesLine>
  <cs:title>
    <cs:lnRef idx="0"/>
    <cs:fillRef idx="0"/>
    <cs:effectRef idx="0"/>
    <cs:fontRef idx="minor">
      <a:schemeClr val="dk1">
        <a:lumMod val="65000"/>
        <a:lumOff val="35000"/>
      </a:schemeClr>
    </cs:fontRef>
    <cs:defRPr sz="1800" b="1" kern="120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dk1">
        <a:lumMod val="65000"/>
        <a:lumOff val="35000"/>
      </a:schemeClr>
    </cs:fontRef>
    <cs:defRPr sz="900" kern="1200"/>
  </cs:trendlineLabel>
  <cs:upBar>
    <cs:lnRef idx="0"/>
    <cs:fillRef idx="0"/>
    <cs:effectRef idx="0"/>
    <cs:fontRef idx="minor">
      <a:schemeClr val="dk1"/>
    </cs:fontRef>
    <cs:spPr>
      <a:solidFill>
        <a:schemeClr val="lt1"/>
      </a:solidFill>
      <a:ln w="9525" cap="flat" cmpd="sng" algn="ctr">
        <a:solidFill>
          <a:schemeClr val="dk1">
            <a:lumMod val="65000"/>
            <a:lumOff val="35000"/>
          </a:schemeClr>
        </a:solidFill>
        <a:round/>
      </a:ln>
    </cs:spPr>
  </cs:upBar>
  <cs:valueAxis>
    <cs:lnRef idx="0"/>
    <cs:fillRef idx="0"/>
    <cs:effectRef idx="0"/>
    <cs:fontRef idx="minor">
      <a:schemeClr val="dk1">
        <a:lumMod val="65000"/>
        <a:lumOff val="35000"/>
      </a:schemeClr>
    </cs:fontRef>
    <cs:defRPr sz="900" kern="1200"/>
  </cs:valueAxis>
  <cs:wall>
    <cs:lnRef idx="0"/>
    <cs:fillRef idx="0"/>
    <cs:effectRef idx="0"/>
    <cs:fontRef idx="minor">
      <a:schemeClr val="dk1"/>
    </cs:fontRef>
  </cs:wall>
</cs:chartStyle>
</file>

<file path=ppt/charts/style7.xml><?xml version="1.0" encoding="utf-8"?>
<cs:chartStyle xmlns:cs="http://schemas.microsoft.com/office/drawing/2012/chartStyle" xmlns:a="http://schemas.openxmlformats.org/drawingml/2006/main" id="204">
  <cs:axisTitle>
    <cs:lnRef idx="0"/>
    <cs:fillRef idx="0"/>
    <cs:effectRef idx="0"/>
    <cs:fontRef idx="minor">
      <a:schemeClr val="dk1">
        <a:lumMod val="65000"/>
        <a:lumOff val="35000"/>
      </a:schemeClr>
    </cs:fontRef>
    <cs:defRPr sz="1197" b="1" kern="1200"/>
  </cs:axisTitle>
  <cs:categoryAxis>
    <cs:lnRef idx="0"/>
    <cs:fillRef idx="0"/>
    <cs:effectRef idx="0"/>
    <cs:fontRef idx="minor">
      <a:schemeClr val="dk1">
        <a:lumMod val="65000"/>
        <a:lumOff val="35000"/>
      </a:schemeClr>
    </cs:fontRef>
    <cs:defRPr sz="1197" kern="1200">
      <a:effectLst/>
    </cs:defRPr>
  </cs:categoryAxis>
  <cs:chartArea>
    <cs:lnRef idx="0"/>
    <cs:fillRef idx="0"/>
    <cs:effectRef idx="0"/>
    <cs:fontRef idx="minor">
      <a:schemeClr val="dk1"/>
    </cs:fontRef>
    <cs:spPr>
      <a:gradFill flip="none" rotWithShape="1">
        <a:gsLst>
          <a:gs pos="0">
            <a:schemeClr val="lt1"/>
          </a:gs>
          <a:gs pos="68000">
            <a:schemeClr val="lt1">
              <a:lumMod val="85000"/>
            </a:schemeClr>
          </a:gs>
          <a:gs pos="100000">
            <a:schemeClr val="lt1"/>
          </a:gs>
        </a:gsLst>
        <a:lin ang="5400000" scaled="1"/>
        <a:tileRect/>
      </a:gradFill>
      <a:ln w="9525" cap="flat" cmpd="sng" algn="ctr">
        <a:solidFill>
          <a:schemeClr val="dk1">
            <a:lumMod val="15000"/>
            <a:lumOff val="85000"/>
          </a:schemeClr>
        </a:solidFill>
        <a:round/>
      </a:ln>
    </cs:spPr>
    <cs:defRPr sz="1330" kern="1200"/>
  </cs:chartArea>
  <cs:dataLabel>
    <cs:lnRef idx="0"/>
    <cs:fillRef idx="0"/>
    <cs:effectRef idx="0"/>
    <cs:fontRef idx="minor">
      <a:schemeClr val="lt1"/>
    </cs:fontRef>
    <cs:spPr/>
    <cs:defRPr sz="1330" b="1" i="0" u="none" strike="noStrike" kern="1200" baseline="0"/>
  </cs:dataLabel>
  <cs:dataLabelCallout>
    <cs:lnRef idx="0"/>
    <cs:fillRef idx="0"/>
    <cs:effectRef idx="0"/>
    <cs:fontRef idx="minor">
      <a:schemeClr val="lt1"/>
    </cs:fontRef>
    <cs:spPr>
      <a:solidFill>
        <a:schemeClr val="dk1">
          <a:lumMod val="65000"/>
          <a:lumOff val="35000"/>
          <a:alpha val="75000"/>
        </a:schemeClr>
      </a:solidFill>
    </cs:spPr>
    <cs:defRPr sz="1330" b="1" kern="1200"/>
    <cs:bodyPr rot="0" spcFirstLastPara="1" vertOverflow="clip" horzOverflow="clip" vert="horz" wrap="square" lIns="36576" tIns="18288" rIns="36576" bIns="18288" anchor="ctr" anchorCtr="1">
      <a:spAutoFit/>
    </cs:bodyPr>
  </cs:dataLabelCallout>
  <cs:dataPoint>
    <cs:lnRef idx="0">
      <cs:styleClr val="auto"/>
    </cs:lnRef>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
  <cs:dataPoint3D>
    <cs:lnRef idx="0"/>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3D>
  <cs:dataPointLine>
    <cs:lnRef idx="0">
      <cs:styleClr val="auto"/>
    </cs:lnRef>
    <cs:fillRef idx="0"/>
    <cs:effectRef idx="0"/>
    <cs:fontRef idx="minor">
      <a:schemeClr val="dk1"/>
    </cs:fontRef>
    <cs:spPr>
      <a:ln w="28575" cap="rnd">
        <a:gradFill>
          <a:gsLst>
            <a:gs pos="0">
              <a:schemeClr val="phClr"/>
            </a:gs>
            <a:gs pos="100000">
              <a:schemeClr val="phClr">
                <a:lumMod val="84000"/>
              </a:schemeClr>
            </a:gs>
          </a:gsLst>
          <a:lin ang="5400000" scaled="1"/>
        </a:gradFill>
        <a:round/>
      </a:ln>
    </cs:spPr>
  </cs:dataPointLine>
  <cs:dataPointMarker>
    <cs:lnRef idx="0"/>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ln w="9525">
        <a:solidFill>
          <a:schemeClr val="dk1">
            <a:lumMod val="15000"/>
            <a:lumOff val="85000"/>
          </a:schemeClr>
        </a:solidFill>
      </a:ln>
    </cs:spPr>
    <cs:defRPr sz="1197" kern="1200"/>
  </cs:dataTable>
  <cs:downBar>
    <cs:lnRef idx="0"/>
    <cs:fillRef idx="0"/>
    <cs:effectRef idx="0"/>
    <cs:fontRef idx="minor">
      <a:schemeClr val="dk1"/>
    </cs:fontRef>
    <cs:spPr>
      <a:solidFill>
        <a:schemeClr val="dk1">
          <a:lumMod val="35000"/>
          <a:lumOff val="65000"/>
        </a:schemeClr>
      </a:solidFill>
      <a:ln w="9525">
        <a:solidFill>
          <a:schemeClr val="dk1">
            <a:lumMod val="50000"/>
            <a:lumOff val="50000"/>
          </a:schemeClr>
        </a:solidFill>
      </a:ln>
    </cs:spPr>
  </cs:downBar>
  <cs:dropLine>
    <cs:lnRef idx="0"/>
    <cs:fillRef idx="0"/>
    <cs:effectRef idx="0"/>
    <cs:fontRef idx="minor">
      <a:schemeClr val="dk1"/>
    </cs:fontRef>
    <cs:spPr>
      <a:ln w="9525">
        <a:solidFill>
          <a:schemeClr val="dk1">
            <a:lumMod val="50000"/>
            <a:lumOff val="50000"/>
          </a:schemeClr>
        </a:solidFill>
        <a:round/>
      </a:ln>
    </cs:spPr>
  </cs:dropLine>
  <cs:errorBar>
    <cs:lnRef idx="0"/>
    <cs:fillRef idx="0"/>
    <cs:effectRef idx="0"/>
    <cs:fontRef idx="minor">
      <a:schemeClr val="dk1"/>
    </cs:fontRef>
    <cs:spPr>
      <a:ln w="9525">
        <a:solidFill>
          <a:schemeClr val="dk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a:solidFill>
          <a:schemeClr val="dk1">
            <a:lumMod val="5000"/>
            <a:lumOff val="95000"/>
          </a:schemeClr>
        </a:solidFill>
      </a:ln>
    </cs:spPr>
  </cs:gridlineMinor>
  <cs:hiLoLine>
    <cs:lnRef idx="0"/>
    <cs:fillRef idx="0"/>
    <cs:effectRef idx="0"/>
    <cs:fontRef idx="minor">
      <a:schemeClr val="dk1"/>
    </cs:fontRef>
    <cs:spPr>
      <a:ln w="9525">
        <a:solidFill>
          <a:schemeClr val="dk1">
            <a:lumMod val="50000"/>
            <a:lumOff val="50000"/>
          </a:schemeClr>
        </a:solidFill>
        <a:round/>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65000"/>
        <a:lumOff val="35000"/>
      </a:schemeClr>
    </cs:fontRef>
    <cs:defRPr sz="1197"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1197"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65000"/>
        <a:lumOff val="35000"/>
      </a:schemeClr>
    </cs:fontRef>
    <cs:defRPr kern="1200">
      <a:effectLst/>
    </cs:defRPr>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dk1">
        <a:lumMod val="65000"/>
        <a:lumOff val="35000"/>
      </a:schemeClr>
    </cs:fontRef>
    <cs:defRPr sz="1197" kern="1200"/>
  </cs:trendlineLabel>
  <cs:upBar>
    <cs:lnRef idx="0"/>
    <cs:fillRef idx="0"/>
    <cs:effectRef idx="0"/>
    <cs:fontRef idx="minor">
      <a:schemeClr val="dk1"/>
    </cs:fontRef>
    <cs:spPr>
      <a:solidFill>
        <a:schemeClr val="lt1">
          <a:lumMod val="95000"/>
        </a:schemeClr>
      </a:solidFill>
      <a:ln w="9525">
        <a:solidFill>
          <a:schemeClr val="dk1">
            <a:lumMod val="15000"/>
            <a:lumOff val="85000"/>
          </a:schemeClr>
        </a:solidFill>
      </a:ln>
    </cs:spPr>
  </cs:upBar>
  <cs:valueAxis>
    <cs:lnRef idx="0"/>
    <cs:fillRef idx="0"/>
    <cs:effectRef idx="0"/>
    <cs:fontRef idx="minor">
      <a:schemeClr val="dk1">
        <a:lumMod val="65000"/>
        <a:lumOff val="35000"/>
      </a:schemeClr>
    </cs:fontRef>
    <cs:defRPr sz="1197" kern="1200"/>
  </cs:valueAxis>
  <cs:wall>
    <cs:lnRef idx="0"/>
    <cs:fillRef idx="0"/>
    <cs:effectRef idx="0"/>
    <cs:fontRef idx="minor">
      <a:schemeClr val="dk1"/>
    </cs:fontRef>
  </cs:wall>
</cs:chartStyle>
</file>

<file path=ppt/charts/style8.xml><?xml version="1.0" encoding="utf-8"?>
<cs:chartStyle xmlns:cs="http://schemas.microsoft.com/office/drawing/2012/chartStyle" xmlns:a="http://schemas.openxmlformats.org/drawingml/2006/main" id="204">
  <cs:axisTitle>
    <cs:lnRef idx="0"/>
    <cs:fillRef idx="0"/>
    <cs:effectRef idx="0"/>
    <cs:fontRef idx="minor">
      <a:schemeClr val="dk1">
        <a:lumMod val="65000"/>
        <a:lumOff val="35000"/>
      </a:schemeClr>
    </cs:fontRef>
    <cs:defRPr sz="1197" b="1" kern="1200"/>
  </cs:axisTitle>
  <cs:categoryAxis>
    <cs:lnRef idx="0"/>
    <cs:fillRef idx="0"/>
    <cs:effectRef idx="0"/>
    <cs:fontRef idx="minor">
      <a:schemeClr val="dk1">
        <a:lumMod val="65000"/>
        <a:lumOff val="35000"/>
      </a:schemeClr>
    </cs:fontRef>
    <cs:defRPr sz="1197" kern="1200">
      <a:effectLst/>
    </cs:defRPr>
  </cs:categoryAxis>
  <cs:chartArea>
    <cs:lnRef idx="0"/>
    <cs:fillRef idx="0"/>
    <cs:effectRef idx="0"/>
    <cs:fontRef idx="minor">
      <a:schemeClr val="dk1"/>
    </cs:fontRef>
    <cs:spPr>
      <a:gradFill flip="none" rotWithShape="1">
        <a:gsLst>
          <a:gs pos="0">
            <a:schemeClr val="lt1"/>
          </a:gs>
          <a:gs pos="68000">
            <a:schemeClr val="lt1">
              <a:lumMod val="85000"/>
            </a:schemeClr>
          </a:gs>
          <a:gs pos="100000">
            <a:schemeClr val="lt1"/>
          </a:gs>
        </a:gsLst>
        <a:lin ang="5400000" scaled="1"/>
        <a:tileRect/>
      </a:gradFill>
      <a:ln w="9525" cap="flat" cmpd="sng" algn="ctr">
        <a:solidFill>
          <a:schemeClr val="dk1">
            <a:lumMod val="15000"/>
            <a:lumOff val="85000"/>
          </a:schemeClr>
        </a:solidFill>
        <a:round/>
      </a:ln>
    </cs:spPr>
    <cs:defRPr sz="1330" kern="1200"/>
  </cs:chartArea>
  <cs:dataLabel>
    <cs:lnRef idx="0"/>
    <cs:fillRef idx="0"/>
    <cs:effectRef idx="0"/>
    <cs:fontRef idx="minor">
      <a:schemeClr val="lt1"/>
    </cs:fontRef>
    <cs:spPr/>
    <cs:defRPr sz="1330" b="1" i="0" u="none" strike="noStrike" kern="1200" baseline="0"/>
  </cs:dataLabel>
  <cs:dataLabelCallout>
    <cs:lnRef idx="0"/>
    <cs:fillRef idx="0"/>
    <cs:effectRef idx="0"/>
    <cs:fontRef idx="minor">
      <a:schemeClr val="lt1"/>
    </cs:fontRef>
    <cs:spPr>
      <a:solidFill>
        <a:schemeClr val="dk1">
          <a:lumMod val="65000"/>
          <a:lumOff val="35000"/>
          <a:alpha val="75000"/>
        </a:schemeClr>
      </a:solidFill>
    </cs:spPr>
    <cs:defRPr sz="1330" b="1" kern="1200"/>
    <cs:bodyPr rot="0" spcFirstLastPara="1" vertOverflow="clip" horzOverflow="clip" vert="horz" wrap="square" lIns="36576" tIns="18288" rIns="36576" bIns="18288" anchor="ctr" anchorCtr="1">
      <a:spAutoFit/>
    </cs:bodyPr>
  </cs:dataLabelCallout>
  <cs:dataPoint>
    <cs:lnRef idx="0">
      <cs:styleClr val="auto"/>
    </cs:lnRef>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
  <cs:dataPoint3D>
    <cs:lnRef idx="0"/>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3D>
  <cs:dataPointLine>
    <cs:lnRef idx="0">
      <cs:styleClr val="auto"/>
    </cs:lnRef>
    <cs:fillRef idx="0"/>
    <cs:effectRef idx="0"/>
    <cs:fontRef idx="minor">
      <a:schemeClr val="dk1"/>
    </cs:fontRef>
    <cs:spPr>
      <a:ln w="28575" cap="rnd">
        <a:gradFill>
          <a:gsLst>
            <a:gs pos="0">
              <a:schemeClr val="phClr"/>
            </a:gs>
            <a:gs pos="100000">
              <a:schemeClr val="phClr">
                <a:lumMod val="84000"/>
              </a:schemeClr>
            </a:gs>
          </a:gsLst>
          <a:lin ang="5400000" scaled="1"/>
        </a:gradFill>
        <a:round/>
      </a:ln>
    </cs:spPr>
  </cs:dataPointLine>
  <cs:dataPointMarker>
    <cs:lnRef idx="0"/>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ln w="9525">
        <a:solidFill>
          <a:schemeClr val="dk1">
            <a:lumMod val="15000"/>
            <a:lumOff val="85000"/>
          </a:schemeClr>
        </a:solidFill>
      </a:ln>
    </cs:spPr>
    <cs:defRPr sz="1197" kern="1200"/>
  </cs:dataTable>
  <cs:downBar>
    <cs:lnRef idx="0"/>
    <cs:fillRef idx="0"/>
    <cs:effectRef idx="0"/>
    <cs:fontRef idx="minor">
      <a:schemeClr val="dk1"/>
    </cs:fontRef>
    <cs:spPr>
      <a:solidFill>
        <a:schemeClr val="dk1">
          <a:lumMod val="35000"/>
          <a:lumOff val="65000"/>
        </a:schemeClr>
      </a:solidFill>
      <a:ln w="9525">
        <a:solidFill>
          <a:schemeClr val="dk1">
            <a:lumMod val="50000"/>
            <a:lumOff val="50000"/>
          </a:schemeClr>
        </a:solidFill>
      </a:ln>
    </cs:spPr>
  </cs:downBar>
  <cs:dropLine>
    <cs:lnRef idx="0"/>
    <cs:fillRef idx="0"/>
    <cs:effectRef idx="0"/>
    <cs:fontRef idx="minor">
      <a:schemeClr val="dk1"/>
    </cs:fontRef>
    <cs:spPr>
      <a:ln w="9525">
        <a:solidFill>
          <a:schemeClr val="dk1">
            <a:lumMod val="50000"/>
            <a:lumOff val="50000"/>
          </a:schemeClr>
        </a:solidFill>
        <a:round/>
      </a:ln>
    </cs:spPr>
  </cs:dropLine>
  <cs:errorBar>
    <cs:lnRef idx="0"/>
    <cs:fillRef idx="0"/>
    <cs:effectRef idx="0"/>
    <cs:fontRef idx="minor">
      <a:schemeClr val="dk1"/>
    </cs:fontRef>
    <cs:spPr>
      <a:ln w="9525">
        <a:solidFill>
          <a:schemeClr val="dk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a:solidFill>
          <a:schemeClr val="dk1">
            <a:lumMod val="5000"/>
            <a:lumOff val="95000"/>
          </a:schemeClr>
        </a:solidFill>
      </a:ln>
    </cs:spPr>
  </cs:gridlineMinor>
  <cs:hiLoLine>
    <cs:lnRef idx="0"/>
    <cs:fillRef idx="0"/>
    <cs:effectRef idx="0"/>
    <cs:fontRef idx="minor">
      <a:schemeClr val="dk1"/>
    </cs:fontRef>
    <cs:spPr>
      <a:ln w="9525">
        <a:solidFill>
          <a:schemeClr val="dk1">
            <a:lumMod val="50000"/>
            <a:lumOff val="50000"/>
          </a:schemeClr>
        </a:solidFill>
        <a:round/>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65000"/>
        <a:lumOff val="35000"/>
      </a:schemeClr>
    </cs:fontRef>
    <cs:defRPr sz="1197"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1197"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65000"/>
        <a:lumOff val="35000"/>
      </a:schemeClr>
    </cs:fontRef>
    <cs:defRPr kern="1200">
      <a:effectLst/>
    </cs:defRPr>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dk1">
        <a:lumMod val="65000"/>
        <a:lumOff val="35000"/>
      </a:schemeClr>
    </cs:fontRef>
    <cs:defRPr sz="1197" kern="1200"/>
  </cs:trendlineLabel>
  <cs:upBar>
    <cs:lnRef idx="0"/>
    <cs:fillRef idx="0"/>
    <cs:effectRef idx="0"/>
    <cs:fontRef idx="minor">
      <a:schemeClr val="dk1"/>
    </cs:fontRef>
    <cs:spPr>
      <a:solidFill>
        <a:schemeClr val="lt1">
          <a:lumMod val="95000"/>
        </a:schemeClr>
      </a:solidFill>
      <a:ln w="9525">
        <a:solidFill>
          <a:schemeClr val="dk1">
            <a:lumMod val="15000"/>
            <a:lumOff val="85000"/>
          </a:schemeClr>
        </a:solidFill>
      </a:ln>
    </cs:spPr>
  </cs:upBar>
  <cs:valueAxis>
    <cs:lnRef idx="0"/>
    <cs:fillRef idx="0"/>
    <cs:effectRef idx="0"/>
    <cs:fontRef idx="minor">
      <a:schemeClr val="dk1">
        <a:lumMod val="65000"/>
        <a:lumOff val="35000"/>
      </a:schemeClr>
    </cs:fontRef>
    <cs:defRPr sz="1197" kern="1200"/>
  </cs:valueAxis>
  <cs:wall>
    <cs:lnRef idx="0"/>
    <cs:fillRef idx="0"/>
    <cs:effectRef idx="0"/>
    <cs:fontRef idx="minor">
      <a:schemeClr val="dk1"/>
    </cs:fontRef>
  </cs:wall>
</cs:chartStyle>
</file>

<file path=ppt/charts/style9.xml><?xml version="1.0" encoding="utf-8"?>
<cs:chartStyle xmlns:cs="http://schemas.microsoft.com/office/drawing/2012/chartStyle" xmlns:a="http://schemas.openxmlformats.org/drawingml/2006/main" id="204">
  <cs:axisTitle>
    <cs:lnRef idx="0"/>
    <cs:fillRef idx="0"/>
    <cs:effectRef idx="0"/>
    <cs:fontRef idx="minor">
      <a:schemeClr val="dk1">
        <a:lumMod val="65000"/>
        <a:lumOff val="35000"/>
      </a:schemeClr>
    </cs:fontRef>
    <cs:defRPr sz="1197" b="1" kern="1200"/>
  </cs:axisTitle>
  <cs:categoryAxis>
    <cs:lnRef idx="0"/>
    <cs:fillRef idx="0"/>
    <cs:effectRef idx="0"/>
    <cs:fontRef idx="minor">
      <a:schemeClr val="dk1">
        <a:lumMod val="65000"/>
        <a:lumOff val="35000"/>
      </a:schemeClr>
    </cs:fontRef>
    <cs:defRPr sz="1197" kern="1200">
      <a:effectLst/>
    </cs:defRPr>
  </cs:categoryAxis>
  <cs:chartArea>
    <cs:lnRef idx="0"/>
    <cs:fillRef idx="0"/>
    <cs:effectRef idx="0"/>
    <cs:fontRef idx="minor">
      <a:schemeClr val="dk1"/>
    </cs:fontRef>
    <cs:spPr>
      <a:gradFill flip="none" rotWithShape="1">
        <a:gsLst>
          <a:gs pos="0">
            <a:schemeClr val="lt1"/>
          </a:gs>
          <a:gs pos="68000">
            <a:schemeClr val="lt1">
              <a:lumMod val="85000"/>
            </a:schemeClr>
          </a:gs>
          <a:gs pos="100000">
            <a:schemeClr val="lt1"/>
          </a:gs>
        </a:gsLst>
        <a:lin ang="5400000" scaled="1"/>
        <a:tileRect/>
      </a:gradFill>
      <a:ln w="9525" cap="flat" cmpd="sng" algn="ctr">
        <a:solidFill>
          <a:schemeClr val="dk1">
            <a:lumMod val="15000"/>
            <a:lumOff val="85000"/>
          </a:schemeClr>
        </a:solidFill>
        <a:round/>
      </a:ln>
    </cs:spPr>
    <cs:defRPr sz="1330" kern="1200"/>
  </cs:chartArea>
  <cs:dataLabel>
    <cs:lnRef idx="0"/>
    <cs:fillRef idx="0"/>
    <cs:effectRef idx="0"/>
    <cs:fontRef idx="minor">
      <a:schemeClr val="lt1"/>
    </cs:fontRef>
    <cs:spPr/>
    <cs:defRPr sz="1330" b="1" i="0" u="none" strike="noStrike" kern="1200" baseline="0"/>
  </cs:dataLabel>
  <cs:dataLabelCallout>
    <cs:lnRef idx="0"/>
    <cs:fillRef idx="0"/>
    <cs:effectRef idx="0"/>
    <cs:fontRef idx="minor">
      <a:schemeClr val="lt1"/>
    </cs:fontRef>
    <cs:spPr>
      <a:solidFill>
        <a:schemeClr val="dk1">
          <a:lumMod val="65000"/>
          <a:lumOff val="35000"/>
          <a:alpha val="75000"/>
        </a:schemeClr>
      </a:solidFill>
    </cs:spPr>
    <cs:defRPr sz="1330" b="1" kern="1200"/>
    <cs:bodyPr rot="0" spcFirstLastPara="1" vertOverflow="clip" horzOverflow="clip" vert="horz" wrap="square" lIns="36576" tIns="18288" rIns="36576" bIns="18288" anchor="ctr" anchorCtr="1">
      <a:spAutoFit/>
    </cs:bodyPr>
  </cs:dataLabelCallout>
  <cs:dataPoint>
    <cs:lnRef idx="0">
      <cs:styleClr val="auto"/>
    </cs:lnRef>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
  <cs:dataPoint3D>
    <cs:lnRef idx="0"/>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3D>
  <cs:dataPointLine>
    <cs:lnRef idx="0">
      <cs:styleClr val="auto"/>
    </cs:lnRef>
    <cs:fillRef idx="0"/>
    <cs:effectRef idx="0"/>
    <cs:fontRef idx="minor">
      <a:schemeClr val="dk1"/>
    </cs:fontRef>
    <cs:spPr>
      <a:ln w="28575" cap="rnd">
        <a:gradFill>
          <a:gsLst>
            <a:gs pos="0">
              <a:schemeClr val="phClr"/>
            </a:gs>
            <a:gs pos="100000">
              <a:schemeClr val="phClr">
                <a:lumMod val="84000"/>
              </a:schemeClr>
            </a:gs>
          </a:gsLst>
          <a:lin ang="5400000" scaled="1"/>
        </a:gradFill>
        <a:round/>
      </a:ln>
    </cs:spPr>
  </cs:dataPointLine>
  <cs:dataPointMarker>
    <cs:lnRef idx="0"/>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ln w="9525">
        <a:solidFill>
          <a:schemeClr val="dk1">
            <a:lumMod val="15000"/>
            <a:lumOff val="85000"/>
          </a:schemeClr>
        </a:solidFill>
      </a:ln>
    </cs:spPr>
    <cs:defRPr sz="1197" kern="1200"/>
  </cs:dataTable>
  <cs:downBar>
    <cs:lnRef idx="0"/>
    <cs:fillRef idx="0"/>
    <cs:effectRef idx="0"/>
    <cs:fontRef idx="minor">
      <a:schemeClr val="dk1"/>
    </cs:fontRef>
    <cs:spPr>
      <a:solidFill>
        <a:schemeClr val="dk1">
          <a:lumMod val="35000"/>
          <a:lumOff val="65000"/>
        </a:schemeClr>
      </a:solidFill>
      <a:ln w="9525">
        <a:solidFill>
          <a:schemeClr val="dk1">
            <a:lumMod val="50000"/>
            <a:lumOff val="50000"/>
          </a:schemeClr>
        </a:solidFill>
      </a:ln>
    </cs:spPr>
  </cs:downBar>
  <cs:dropLine>
    <cs:lnRef idx="0"/>
    <cs:fillRef idx="0"/>
    <cs:effectRef idx="0"/>
    <cs:fontRef idx="minor">
      <a:schemeClr val="dk1"/>
    </cs:fontRef>
    <cs:spPr>
      <a:ln w="9525">
        <a:solidFill>
          <a:schemeClr val="dk1">
            <a:lumMod val="50000"/>
            <a:lumOff val="50000"/>
          </a:schemeClr>
        </a:solidFill>
        <a:round/>
      </a:ln>
    </cs:spPr>
  </cs:dropLine>
  <cs:errorBar>
    <cs:lnRef idx="0"/>
    <cs:fillRef idx="0"/>
    <cs:effectRef idx="0"/>
    <cs:fontRef idx="minor">
      <a:schemeClr val="dk1"/>
    </cs:fontRef>
    <cs:spPr>
      <a:ln w="9525">
        <a:solidFill>
          <a:schemeClr val="dk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a:solidFill>
          <a:schemeClr val="dk1">
            <a:lumMod val="5000"/>
            <a:lumOff val="95000"/>
          </a:schemeClr>
        </a:solidFill>
      </a:ln>
    </cs:spPr>
  </cs:gridlineMinor>
  <cs:hiLoLine>
    <cs:lnRef idx="0"/>
    <cs:fillRef idx="0"/>
    <cs:effectRef idx="0"/>
    <cs:fontRef idx="minor">
      <a:schemeClr val="dk1"/>
    </cs:fontRef>
    <cs:spPr>
      <a:ln w="9525">
        <a:solidFill>
          <a:schemeClr val="dk1">
            <a:lumMod val="50000"/>
            <a:lumOff val="50000"/>
          </a:schemeClr>
        </a:solidFill>
        <a:round/>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65000"/>
        <a:lumOff val="35000"/>
      </a:schemeClr>
    </cs:fontRef>
    <cs:defRPr sz="1197"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1197"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65000"/>
        <a:lumOff val="35000"/>
      </a:schemeClr>
    </cs:fontRef>
    <cs:defRPr kern="1200">
      <a:effectLst/>
    </cs:defRPr>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dk1">
        <a:lumMod val="65000"/>
        <a:lumOff val="35000"/>
      </a:schemeClr>
    </cs:fontRef>
    <cs:defRPr sz="1197" kern="1200"/>
  </cs:trendlineLabel>
  <cs:upBar>
    <cs:lnRef idx="0"/>
    <cs:fillRef idx="0"/>
    <cs:effectRef idx="0"/>
    <cs:fontRef idx="minor">
      <a:schemeClr val="dk1"/>
    </cs:fontRef>
    <cs:spPr>
      <a:solidFill>
        <a:schemeClr val="lt1">
          <a:lumMod val="95000"/>
        </a:schemeClr>
      </a:solidFill>
      <a:ln w="9525">
        <a:solidFill>
          <a:schemeClr val="dk1">
            <a:lumMod val="15000"/>
            <a:lumOff val="85000"/>
          </a:schemeClr>
        </a:solidFill>
      </a:ln>
    </cs:spPr>
  </cs:upBar>
  <cs:valueAxis>
    <cs:lnRef idx="0"/>
    <cs:fillRef idx="0"/>
    <cs:effectRef idx="0"/>
    <cs:fontRef idx="minor">
      <a:schemeClr val="dk1">
        <a:lumMod val="65000"/>
        <a:lumOff val="35000"/>
      </a:schemeClr>
    </cs:fontRef>
    <cs:defRPr sz="1197" kern="1200"/>
  </cs:valueAxis>
  <cs:wall>
    <cs:lnRef idx="0"/>
    <cs:fillRef idx="0"/>
    <cs:effectRef idx="0"/>
    <cs:fontRef idx="minor">
      <a:schemeClr val="dk1"/>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EC77643-3567-4AC0-ADC5-99D6BB410A15}" type="datetimeFigureOut">
              <a:rPr lang="en-GB" smtClean="0"/>
              <a:t>23/07/2026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1631F28-5E58-48D7-A910-4CE4DECD1BB1}" type="slidenum">
              <a:rPr lang="en-GB" smtClean="0"/>
              <a:t>‹#›</a:t>
            </a:fld>
            <a:endParaRPr lang="en-GB"/>
          </a:p>
        </p:txBody>
      </p:sp>
    </p:spTree>
    <p:extLst>
      <p:ext uri="{BB962C8B-B14F-4D97-AF65-F5344CB8AC3E}">
        <p14:creationId xmlns:p14="http://schemas.microsoft.com/office/powerpoint/2010/main" val="42399678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01631F28-5E58-48D7-A910-4CE4DECD1BB1}" type="slidenum">
              <a:rPr lang="en-GB" smtClean="0"/>
              <a:t>16</a:t>
            </a:fld>
            <a:endParaRPr lang="en-GB"/>
          </a:p>
        </p:txBody>
      </p:sp>
    </p:spTree>
    <p:extLst>
      <p:ext uri="{BB962C8B-B14F-4D97-AF65-F5344CB8AC3E}">
        <p14:creationId xmlns:p14="http://schemas.microsoft.com/office/powerpoint/2010/main" val="16361305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a:t>Click to edit Master title style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7EA7C32-592B-4BB2-BD43-DB76BEE1F37A}" type="datetimeFigureOut">
              <a:rPr lang="en-GB" smtClean="0"/>
              <a:t>23/07/2026</a:t>
            </a:fld>
            <a:endParaRPr lang="en-GB"/>
          </a:p>
        </p:txBody>
      </p:sp>
      <p:sp>
        <p:nvSpPr>
          <p:cNvPr id="5" name="Footer Placeholder 4"/>
          <p:cNvSpPr>
            <a:spLocks noGrp="1"/>
          </p:cNvSpPr>
          <p:nvPr>
            <p:ph type="ftr" sz="quarter" idx="11"/>
          </p:nvPr>
        </p:nvSpPr>
        <p:spPr>
          <a:xfrm>
            <a:off x="5332412" y="5883275"/>
            <a:ext cx="4324044" cy="365125"/>
          </a:xfrm>
        </p:spPr>
        <p:txBody>
          <a:bodyPr/>
          <a:lstStyle/>
          <a:p>
            <a:endParaRPr lang="en-GB"/>
          </a:p>
        </p:txBody>
      </p:sp>
      <p:sp>
        <p:nvSpPr>
          <p:cNvPr id="6" name="Slide Number Placeholder 5"/>
          <p:cNvSpPr>
            <a:spLocks noGrp="1"/>
          </p:cNvSpPr>
          <p:nvPr>
            <p:ph type="sldNum" sz="quarter" idx="12"/>
          </p:nvPr>
        </p:nvSpPr>
        <p:spPr/>
        <p:txBody>
          <a:bodyPr/>
          <a:lstStyle/>
          <a:p>
            <a:fld id="{15656E57-E8CC-45CC-BFC4-93883B43AAA7}" type="slidenum">
              <a:rPr lang="en-GB" smtClean="0"/>
              <a:t>‹#›</a:t>
            </a:fld>
            <a:endParaRPr lang="en-GB"/>
          </a:p>
        </p:txBody>
      </p:sp>
    </p:spTree>
    <p:extLst>
      <p:ext uri="{BB962C8B-B14F-4D97-AF65-F5344CB8AC3E}">
        <p14:creationId xmlns:p14="http://schemas.microsoft.com/office/powerpoint/2010/main" val="1376234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EA7C32-592B-4BB2-BD43-DB76BEE1F37A}" type="datetimeFigureOut">
              <a:rPr lang="en-GB" smtClean="0"/>
              <a:t>23/07/2026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a:xfrm>
            <a:off x="10951856" y="5867131"/>
            <a:ext cx="551167" cy="365125"/>
          </a:xfrm>
        </p:spPr>
        <p:txBody>
          <a:bodyPr/>
          <a:lstStyle/>
          <a:p>
            <a:fld id="{15656E57-E8CC-45CC-BFC4-93883B43AAA7}" type="slidenum">
              <a:rPr lang="en-GB" smtClean="0"/>
              <a:t>‹#›</a:t>
            </a:fld>
            <a:endParaRPr lang="en-GB"/>
          </a:p>
        </p:txBody>
      </p:sp>
    </p:spTree>
    <p:extLst>
      <p:ext uri="{BB962C8B-B14F-4D97-AF65-F5344CB8AC3E}">
        <p14:creationId xmlns:p14="http://schemas.microsoft.com/office/powerpoint/2010/main" val="12968754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7EA7C32-592B-4BB2-BD43-DB76BEE1F37A}" type="datetimeFigureOut">
              <a:rPr lang="en-GB" smtClean="0"/>
              <a:t>23/07/2026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5656E57-E8CC-45CC-BFC4-93883B43AAA7}" type="slidenum">
              <a:rPr lang="en-GB" smtClean="0"/>
              <a:t>‹#›</a:t>
            </a:fld>
            <a:endParaRPr lang="en-GB"/>
          </a:p>
        </p:txBody>
      </p:sp>
    </p:spTree>
    <p:extLst>
      <p:ext uri="{BB962C8B-B14F-4D97-AF65-F5344CB8AC3E}">
        <p14:creationId xmlns:p14="http://schemas.microsoft.com/office/powerpoint/2010/main" val="39051294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7EA7C32-592B-4BB2-BD43-DB76BEE1F37A}" type="datetimeFigureOut">
              <a:rPr lang="en-GB" smtClean="0"/>
              <a:t>23/07/2026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5656E57-E8CC-45CC-BFC4-93883B43AAA7}" type="slidenum">
              <a:rPr lang="en-GB" smtClean="0"/>
              <a:t>‹#›</a:t>
            </a:fld>
            <a:endParaRPr lang="en-GB"/>
          </a:p>
        </p:txBody>
      </p:sp>
    </p:spTree>
    <p:extLst>
      <p:ext uri="{BB962C8B-B14F-4D97-AF65-F5344CB8AC3E}">
        <p14:creationId xmlns:p14="http://schemas.microsoft.com/office/powerpoint/2010/main" val="7390340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7EA7C32-592B-4BB2-BD43-DB76BEE1F37A}" type="datetimeFigureOut">
              <a:rPr lang="en-GB" smtClean="0"/>
              <a:t>23/07/2026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15656E57-E8CC-45CC-BFC4-93883B43AAA7}" type="slidenum">
              <a:rPr lang="en-GB" smtClean="0"/>
              <a:t>‹#›</a:t>
            </a:fld>
            <a:endParaRPr lang="en-GB"/>
          </a:p>
        </p:txBody>
      </p:sp>
    </p:spTree>
    <p:extLst>
      <p:ext uri="{BB962C8B-B14F-4D97-AF65-F5344CB8AC3E}">
        <p14:creationId xmlns:p14="http://schemas.microsoft.com/office/powerpoint/2010/main" val="12568284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7EA7C32-592B-4BB2-BD43-DB76BEE1F37A}" type="datetimeFigureOut">
              <a:rPr lang="en-GB" smtClean="0"/>
              <a:t>23/07/2026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15656E57-E8CC-45CC-BFC4-93883B43AAA7}" type="slidenum">
              <a:rPr lang="en-GB" smtClean="0"/>
              <a:t>‹#›</a:t>
            </a:fld>
            <a:endParaRPr lang="en-GB"/>
          </a:p>
        </p:txBody>
      </p:sp>
    </p:spTree>
    <p:extLst>
      <p:ext uri="{BB962C8B-B14F-4D97-AF65-F5344CB8AC3E}">
        <p14:creationId xmlns:p14="http://schemas.microsoft.com/office/powerpoint/2010/main" val="13409519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7EA7C32-592B-4BB2-BD43-DB76BEE1F37A}" type="datetimeFigureOut">
              <a:rPr lang="en-GB" smtClean="0"/>
              <a:t>23/07/2026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15656E57-E8CC-45CC-BFC4-93883B43AAA7}" type="slidenum">
              <a:rPr lang="en-GB" smtClean="0"/>
              <a:t>‹#›</a:t>
            </a:fld>
            <a:endParaRPr lang="en-GB"/>
          </a:p>
        </p:txBody>
      </p:sp>
    </p:spTree>
    <p:extLst>
      <p:ext uri="{BB962C8B-B14F-4D97-AF65-F5344CB8AC3E}">
        <p14:creationId xmlns:p14="http://schemas.microsoft.com/office/powerpoint/2010/main" val="13921979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7EA7C32-592B-4BB2-BD43-DB76BEE1F37A}" type="datetimeFigureOut">
              <a:rPr lang="en-GB" smtClean="0"/>
              <a:t>23/07/2026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5656E57-E8CC-45CC-BFC4-93883B43AAA7}" type="slidenum">
              <a:rPr lang="en-GB" smtClean="0"/>
              <a:t>‹#›</a:t>
            </a:fld>
            <a:endParaRPr lang="en-GB"/>
          </a:p>
        </p:txBody>
      </p:sp>
    </p:spTree>
    <p:extLst>
      <p:ext uri="{BB962C8B-B14F-4D97-AF65-F5344CB8AC3E}">
        <p14:creationId xmlns:p14="http://schemas.microsoft.com/office/powerpoint/2010/main" val="34095851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7EA7C32-592B-4BB2-BD43-DB76BEE1F37A}" type="datetimeFigureOut">
              <a:rPr lang="en-GB" smtClean="0"/>
              <a:t>23/07/2026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5656E57-E8CC-45CC-BFC4-93883B43AAA7}" type="slidenum">
              <a:rPr lang="en-GB" smtClean="0"/>
              <a:t>‹#›</a:t>
            </a:fld>
            <a:endParaRPr lang="en-GB"/>
          </a:p>
        </p:txBody>
      </p:sp>
    </p:spTree>
    <p:extLst>
      <p:ext uri="{BB962C8B-B14F-4D97-AF65-F5344CB8AC3E}">
        <p14:creationId xmlns:p14="http://schemas.microsoft.com/office/powerpoint/2010/main" val="37006609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7EA7C32-592B-4BB2-BD43-DB76BEE1F37A}" type="datetimeFigureOut">
              <a:rPr lang="en-GB" smtClean="0"/>
              <a:t>23/07/2026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5656E57-E8CC-45CC-BFC4-93883B43AAA7}" type="slidenum">
              <a:rPr lang="en-GB" smtClean="0"/>
              <a:t>‹#›</a:t>
            </a:fld>
            <a:endParaRPr lang="en-GB"/>
          </a:p>
        </p:txBody>
      </p:sp>
    </p:spTree>
    <p:extLst>
      <p:ext uri="{BB962C8B-B14F-4D97-AF65-F5344CB8AC3E}">
        <p14:creationId xmlns:p14="http://schemas.microsoft.com/office/powerpoint/2010/main" val="29157355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7EA7C32-592B-4BB2-BD43-DB76BEE1F37A}" type="datetimeFigureOut">
              <a:rPr lang="en-GB" smtClean="0"/>
              <a:t>23/07/2026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5656E57-E8CC-45CC-BFC4-93883B43AAA7}" type="slidenum">
              <a:rPr lang="en-GB" smtClean="0"/>
              <a:t>‹#›</a:t>
            </a:fld>
            <a:endParaRPr lang="en-GB"/>
          </a:p>
        </p:txBody>
      </p:sp>
    </p:spTree>
    <p:extLst>
      <p:ext uri="{BB962C8B-B14F-4D97-AF65-F5344CB8AC3E}">
        <p14:creationId xmlns:p14="http://schemas.microsoft.com/office/powerpoint/2010/main" val="9277195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7EA7C32-592B-4BB2-BD43-DB76BEE1F37A}" type="datetimeFigureOut">
              <a:rPr lang="en-GB" smtClean="0"/>
              <a:t>23/07/2026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5656E57-E8CC-45CC-BFC4-93883B43AAA7}" type="slidenum">
              <a:rPr lang="en-GB" smtClean="0"/>
              <a:t>‹#›</a:t>
            </a:fld>
            <a:endParaRPr lang="en-GB"/>
          </a:p>
        </p:txBody>
      </p:sp>
    </p:spTree>
    <p:extLst>
      <p:ext uri="{BB962C8B-B14F-4D97-AF65-F5344CB8AC3E}">
        <p14:creationId xmlns:p14="http://schemas.microsoft.com/office/powerpoint/2010/main" val="246259494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7EA7C32-592B-4BB2-BD43-DB76BEE1F37A}" type="datetimeFigureOut">
              <a:rPr lang="en-GB" smtClean="0"/>
              <a:t>23/07/2026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5656E57-E8CC-45CC-BFC4-93883B43AAA7}" type="slidenum">
              <a:rPr lang="en-GB" smtClean="0"/>
              <a:t>‹#›</a:t>
            </a:fld>
            <a:endParaRPr lang="en-GB"/>
          </a:p>
        </p:txBody>
      </p:sp>
    </p:spTree>
    <p:extLst>
      <p:ext uri="{BB962C8B-B14F-4D97-AF65-F5344CB8AC3E}">
        <p14:creationId xmlns:p14="http://schemas.microsoft.com/office/powerpoint/2010/main" val="135386664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7EA7C32-592B-4BB2-BD43-DB76BEE1F37A}" type="datetimeFigureOut">
              <a:rPr lang="en-GB" smtClean="0"/>
              <a:t>23/07/2026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5656E57-E8CC-45CC-BFC4-93883B43AAA7}" type="slidenum">
              <a:rPr lang="en-GB" smtClean="0"/>
              <a:t>‹#›</a:t>
            </a:fld>
            <a:endParaRPr lang="en-GB"/>
          </a:p>
        </p:txBody>
      </p:sp>
    </p:spTree>
    <p:extLst>
      <p:ext uri="{BB962C8B-B14F-4D97-AF65-F5344CB8AC3E}">
        <p14:creationId xmlns:p14="http://schemas.microsoft.com/office/powerpoint/2010/main" val="367908546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7EA7C32-592B-4BB2-BD43-DB76BEE1F37A}" type="datetimeFigureOut">
              <a:rPr lang="en-GB" smtClean="0"/>
              <a:t>23/07/2026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5656E57-E8CC-45CC-BFC4-93883B43AAA7}" type="slidenum">
              <a:rPr lang="en-GB" smtClean="0"/>
              <a:t>‹#›</a:t>
            </a:fld>
            <a:endParaRPr lang="en-GB"/>
          </a:p>
        </p:txBody>
      </p:sp>
    </p:spTree>
    <p:extLst>
      <p:ext uri="{BB962C8B-B14F-4D97-AF65-F5344CB8AC3E}">
        <p14:creationId xmlns:p14="http://schemas.microsoft.com/office/powerpoint/2010/main" val="339037725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EA7C32-592B-4BB2-BD43-DB76BEE1F37A}" type="datetimeFigureOut">
              <a:rPr lang="en-GB" smtClean="0"/>
              <a:t>23/07/2026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5656E57-E8CC-45CC-BFC4-93883B43AAA7}" type="slidenum">
              <a:rPr lang="en-GB" smtClean="0"/>
              <a:t>‹#›</a:t>
            </a:fld>
            <a:endParaRPr lang="en-GB"/>
          </a:p>
        </p:txBody>
      </p:sp>
    </p:spTree>
    <p:extLst>
      <p:ext uri="{BB962C8B-B14F-4D97-AF65-F5344CB8AC3E}">
        <p14:creationId xmlns:p14="http://schemas.microsoft.com/office/powerpoint/2010/main" val="145629873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EA7C32-592B-4BB2-BD43-DB76BEE1F37A}" type="datetimeFigureOut">
              <a:rPr lang="en-GB" smtClean="0"/>
              <a:t>23/07/2026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5656E57-E8CC-45CC-BFC4-93883B43AAA7}" type="slidenum">
              <a:rPr lang="en-GB" smtClean="0"/>
              <a:t>‹#›</a:t>
            </a:fld>
            <a:endParaRPr lang="en-GB"/>
          </a:p>
        </p:txBody>
      </p:sp>
    </p:spTree>
    <p:extLst>
      <p:ext uri="{BB962C8B-B14F-4D97-AF65-F5344CB8AC3E}">
        <p14:creationId xmlns:p14="http://schemas.microsoft.com/office/powerpoint/2010/main" val="3031730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7EA7C32-592B-4BB2-BD43-DB76BEE1F37A}" type="datetimeFigureOut">
              <a:rPr lang="en-GB" smtClean="0"/>
              <a:t>23/07/2026</a:t>
            </a:fld>
            <a:endParaRPr lang="en-GB"/>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GB"/>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15656E57-E8CC-45CC-BFC4-93883B43AAA7}" type="slidenum">
              <a:rPr lang="en-GB" smtClean="0"/>
              <a:t>‹#›</a:t>
            </a:fld>
            <a:endParaRPr lang="en-GB"/>
          </a:p>
        </p:txBody>
      </p:sp>
    </p:spTree>
    <p:extLst>
      <p:ext uri="{BB962C8B-B14F-4D97-AF65-F5344CB8AC3E}">
        <p14:creationId xmlns:p14="http://schemas.microsoft.com/office/powerpoint/2010/main" val="265059605"/>
      </p:ext>
    </p:extLst>
  </p:cSld>
  <p:clrMap bg1="lt1" tx1="dk1" bg2="lt2" tx2="dk2" accent1="accent1" accent2="accent2" accent3="accent3" accent4="accent4" accent5="accent5" accent6="accent6" hlink="hlink" folHlink="folHlink"/>
  <p:sldLayoutIdLst>
    <p:sldLayoutId id="2147483739" r:id="rId1"/>
    <p:sldLayoutId id="2147483740" r:id="rId2"/>
    <p:sldLayoutId id="2147483741" r:id="rId3"/>
    <p:sldLayoutId id="2147483742" r:id="rId4"/>
    <p:sldLayoutId id="2147483743" r:id="rId5"/>
    <p:sldLayoutId id="2147483744" r:id="rId6"/>
    <p:sldLayoutId id="2147483745" r:id="rId7"/>
    <p:sldLayoutId id="2147483746" r:id="rId8"/>
    <p:sldLayoutId id="2147483747" r:id="rId9"/>
    <p:sldLayoutId id="2147483748" r:id="rId10"/>
    <p:sldLayoutId id="2147483749" r:id="rId11"/>
    <p:sldLayoutId id="2147483750" r:id="rId12"/>
    <p:sldLayoutId id="2147483751" r:id="rId13"/>
    <p:sldLayoutId id="2147483752" r:id="rId14"/>
    <p:sldLayoutId id="2147483753" r:id="rId15"/>
    <p:sldLayoutId id="2147483754" r:id="rId16"/>
    <p:sldLayoutId id="2147483755" r:id="rId1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chart" Target="../charts/chart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chart" Target="../charts/chart7.xml"/><Relationship Id="rId1" Type="http://schemas.openxmlformats.org/officeDocument/2006/relationships/slideLayout" Target="../slideLayouts/slideLayout2.xml"/><Relationship Id="rId4" Type="http://schemas.openxmlformats.org/officeDocument/2006/relationships/chart" Target="../charts/chart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160861-12F3-182B-8FDF-B41AB373B5AB}"/>
              </a:ext>
            </a:extLst>
          </p:cNvPr>
          <p:cNvSpPr>
            <a:spLocks noGrp="1"/>
          </p:cNvSpPr>
          <p:nvPr>
            <p:ph type="ctrTitle"/>
          </p:nvPr>
        </p:nvSpPr>
        <p:spPr>
          <a:xfrm>
            <a:off x="2014001" y="1822693"/>
            <a:ext cx="8574622" cy="2616199"/>
          </a:xfrm>
        </p:spPr>
        <p:txBody>
          <a:bodyPr/>
          <a:lstStyle/>
          <a:p>
            <a:pPr algn="ctr"/>
            <a:r>
              <a:rPr lang="en-GB" b="1" dirty="0"/>
              <a:t>AD-Hoc Analysis (consumer good)</a:t>
            </a:r>
          </a:p>
        </p:txBody>
      </p:sp>
      <p:sp>
        <p:nvSpPr>
          <p:cNvPr id="3" name="Subtitle 2">
            <a:extLst>
              <a:ext uri="{FF2B5EF4-FFF2-40B4-BE49-F238E27FC236}">
                <a16:creationId xmlns:a16="http://schemas.microsoft.com/office/drawing/2014/main" id="{30444ABE-9AF4-8C0E-D38F-1DB55E89BED2}"/>
              </a:ext>
            </a:extLst>
          </p:cNvPr>
          <p:cNvSpPr>
            <a:spLocks noGrp="1"/>
          </p:cNvSpPr>
          <p:nvPr>
            <p:ph type="subTitle" idx="1"/>
          </p:nvPr>
        </p:nvSpPr>
        <p:spPr>
          <a:xfrm>
            <a:off x="4860151" y="5630195"/>
            <a:ext cx="6987645" cy="1388534"/>
          </a:xfrm>
        </p:spPr>
        <p:txBody>
          <a:bodyPr/>
          <a:lstStyle/>
          <a:p>
            <a:r>
              <a:rPr lang="en-GB" b="1" dirty="0"/>
              <a:t>Presented by Abhishek Patel</a:t>
            </a:r>
          </a:p>
        </p:txBody>
      </p:sp>
      <p:sp>
        <p:nvSpPr>
          <p:cNvPr id="5" name="TextBox 4">
            <a:extLst>
              <a:ext uri="{FF2B5EF4-FFF2-40B4-BE49-F238E27FC236}">
                <a16:creationId xmlns:a16="http://schemas.microsoft.com/office/drawing/2014/main" id="{5623C1E6-7A76-11DD-09B3-ED883267CB92}"/>
              </a:ext>
            </a:extLst>
          </p:cNvPr>
          <p:cNvSpPr txBox="1"/>
          <p:nvPr/>
        </p:nvSpPr>
        <p:spPr>
          <a:xfrm>
            <a:off x="3317278" y="1822693"/>
            <a:ext cx="5036695" cy="523220"/>
          </a:xfrm>
          <a:prstGeom prst="rect">
            <a:avLst/>
          </a:prstGeom>
          <a:noFill/>
        </p:spPr>
        <p:txBody>
          <a:bodyPr wrap="square" rtlCol="0">
            <a:spAutoFit/>
          </a:bodyPr>
          <a:lstStyle/>
          <a:p>
            <a:r>
              <a:rPr lang="en-GB" sz="2800" b="1" dirty="0"/>
              <a:t>AtliQ</a:t>
            </a:r>
            <a:r>
              <a:rPr lang="en-GB" sz="2800" dirty="0"/>
              <a:t> </a:t>
            </a:r>
            <a:r>
              <a:rPr lang="en-GB" sz="2800" b="1" dirty="0"/>
              <a:t>Hardware</a:t>
            </a:r>
          </a:p>
        </p:txBody>
      </p:sp>
      <p:pic>
        <p:nvPicPr>
          <p:cNvPr id="7" name="Picture 6">
            <a:extLst>
              <a:ext uri="{FF2B5EF4-FFF2-40B4-BE49-F238E27FC236}">
                <a16:creationId xmlns:a16="http://schemas.microsoft.com/office/drawing/2014/main" id="{3207ED77-1E2C-B512-FC8C-378EBA6DDEE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03174" y="394309"/>
            <a:ext cx="1184086" cy="1158720"/>
          </a:xfrm>
          <a:prstGeom prst="rect">
            <a:avLst/>
          </a:prstGeom>
        </p:spPr>
      </p:pic>
    </p:spTree>
    <p:extLst>
      <p:ext uri="{BB962C8B-B14F-4D97-AF65-F5344CB8AC3E}">
        <p14:creationId xmlns:p14="http://schemas.microsoft.com/office/powerpoint/2010/main" val="8062884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FB508B-4670-5688-E89A-A31ED70E5E09}"/>
              </a:ext>
            </a:extLst>
          </p:cNvPr>
          <p:cNvSpPr>
            <a:spLocks noGrp="1"/>
          </p:cNvSpPr>
          <p:nvPr>
            <p:ph type="title"/>
          </p:nvPr>
        </p:nvSpPr>
        <p:spPr>
          <a:xfrm>
            <a:off x="3855470" y="511630"/>
            <a:ext cx="4248832" cy="722086"/>
          </a:xfrm>
        </p:spPr>
        <p:txBody>
          <a:bodyPr/>
          <a:lstStyle/>
          <a:p>
            <a:r>
              <a:rPr lang="en-GB" dirty="0"/>
              <a:t>About</a:t>
            </a:r>
          </a:p>
        </p:txBody>
      </p:sp>
      <p:sp>
        <p:nvSpPr>
          <p:cNvPr id="3" name="Content Placeholder 2">
            <a:extLst>
              <a:ext uri="{FF2B5EF4-FFF2-40B4-BE49-F238E27FC236}">
                <a16:creationId xmlns:a16="http://schemas.microsoft.com/office/drawing/2014/main" id="{2D754CAF-FD07-F99C-D24B-F7D58D455CBA}"/>
              </a:ext>
            </a:extLst>
          </p:cNvPr>
          <p:cNvSpPr>
            <a:spLocks noGrp="1"/>
          </p:cNvSpPr>
          <p:nvPr>
            <p:ph idx="1"/>
          </p:nvPr>
        </p:nvSpPr>
        <p:spPr>
          <a:xfrm>
            <a:off x="1484310" y="816427"/>
            <a:ext cx="10707690" cy="5529943"/>
          </a:xfrm>
        </p:spPr>
        <p:txBody>
          <a:bodyPr/>
          <a:lstStyle/>
          <a:p>
            <a:r>
              <a:rPr lang="en-US" dirty="0"/>
              <a:t>Atliq hardwares (imaginary company) is one of the leading computer hardware producers in India and has expanded well in other countries too. </a:t>
            </a:r>
          </a:p>
          <a:p>
            <a:r>
              <a:rPr lang="en-US" dirty="0"/>
              <a:t>However, the management noticed that they do not get enough insights to make quick and smart data-informed decisions. </a:t>
            </a:r>
          </a:p>
          <a:p>
            <a:r>
              <a:rPr lang="en-US" dirty="0"/>
              <a:t>They want to expand their data analytics team by adding several junior data analysts. Tony Sharma, their data analytics director, wanted to hire someone good at both tech and soft skills. </a:t>
            </a:r>
          </a:p>
          <a:p>
            <a:r>
              <a:rPr lang="en-US" dirty="0"/>
              <a:t>Hence, he decided to conduct A SQL challenge, which will help him understand both skills.</a:t>
            </a:r>
            <a:endParaRPr lang="en-GB" dirty="0"/>
          </a:p>
        </p:txBody>
      </p:sp>
    </p:spTree>
    <p:extLst>
      <p:ext uri="{BB962C8B-B14F-4D97-AF65-F5344CB8AC3E}">
        <p14:creationId xmlns:p14="http://schemas.microsoft.com/office/powerpoint/2010/main" val="10071635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793D4A-5739-7498-B1CE-3FA355CDCDF3}"/>
              </a:ext>
            </a:extLst>
          </p:cNvPr>
          <p:cNvSpPr>
            <a:spLocks noGrp="1"/>
          </p:cNvSpPr>
          <p:nvPr>
            <p:ph type="title"/>
          </p:nvPr>
        </p:nvSpPr>
        <p:spPr>
          <a:xfrm>
            <a:off x="1484311" y="685801"/>
            <a:ext cx="10018713" cy="1055914"/>
          </a:xfrm>
        </p:spPr>
        <p:txBody>
          <a:bodyPr>
            <a:normAutofit/>
          </a:bodyPr>
          <a:lstStyle/>
          <a:p>
            <a:r>
              <a:rPr lang="en-GB" sz="2800" dirty="0"/>
              <a:t>Task -1 </a:t>
            </a:r>
            <a:r>
              <a:rPr lang="en-US" sz="2800" dirty="0"/>
              <a:t>. Provide the list of markets in which customer  "Atliq  Exclusive"  operates its   business in the  APAC  region.</a:t>
            </a:r>
            <a:endParaRPr lang="en-GB" sz="2800" dirty="0"/>
          </a:p>
        </p:txBody>
      </p:sp>
      <p:pic>
        <p:nvPicPr>
          <p:cNvPr id="5" name="Content Placeholder 4">
            <a:extLst>
              <a:ext uri="{FF2B5EF4-FFF2-40B4-BE49-F238E27FC236}">
                <a16:creationId xmlns:a16="http://schemas.microsoft.com/office/drawing/2014/main" id="{EFEBFF3B-06C5-BF9A-65AA-0A9B80A4EE4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518348" y="1947472"/>
            <a:ext cx="9308892" cy="4910528"/>
          </a:xfrm>
        </p:spPr>
      </p:pic>
    </p:spTree>
    <p:extLst>
      <p:ext uri="{BB962C8B-B14F-4D97-AF65-F5344CB8AC3E}">
        <p14:creationId xmlns:p14="http://schemas.microsoft.com/office/powerpoint/2010/main" val="39562271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6C047A2-3430-B1B3-1AB2-4E2CF3B0BD3A}"/>
              </a:ext>
            </a:extLst>
          </p:cNvPr>
          <p:cNvSpPr>
            <a:spLocks noGrp="1"/>
          </p:cNvSpPr>
          <p:nvPr>
            <p:ph idx="1"/>
          </p:nvPr>
        </p:nvSpPr>
        <p:spPr>
          <a:xfrm>
            <a:off x="1754133" y="1677648"/>
            <a:ext cx="10018713" cy="3124201"/>
          </a:xfrm>
        </p:spPr>
        <p:txBody>
          <a:bodyPr/>
          <a:lstStyle/>
          <a:p>
            <a:r>
              <a:rPr lang="en-US" sz="2800" dirty="0"/>
              <a:t>Atliq Exclusive operates in 8 unique APAC markets across South Asia, Southeast Asia, East Asia, and Oceania and reflects a diversified regional presence balancing emerging and developed economies</a:t>
            </a:r>
            <a:r>
              <a:rPr lang="en-US" dirty="0"/>
              <a:t>.</a:t>
            </a:r>
            <a:endParaRPr lang="en-GB" dirty="0"/>
          </a:p>
        </p:txBody>
      </p:sp>
      <p:sp>
        <p:nvSpPr>
          <p:cNvPr id="4" name="TextBox 3">
            <a:extLst>
              <a:ext uri="{FF2B5EF4-FFF2-40B4-BE49-F238E27FC236}">
                <a16:creationId xmlns:a16="http://schemas.microsoft.com/office/drawing/2014/main" id="{84DA2AFA-827A-A484-82B7-8A529A827A1B}"/>
              </a:ext>
            </a:extLst>
          </p:cNvPr>
          <p:cNvSpPr txBox="1"/>
          <p:nvPr/>
        </p:nvSpPr>
        <p:spPr>
          <a:xfrm>
            <a:off x="3612630" y="1019331"/>
            <a:ext cx="3132944" cy="707886"/>
          </a:xfrm>
          <a:prstGeom prst="rect">
            <a:avLst/>
          </a:prstGeom>
          <a:noFill/>
        </p:spPr>
        <p:txBody>
          <a:bodyPr wrap="square" rtlCol="0">
            <a:spAutoFit/>
          </a:bodyPr>
          <a:lstStyle/>
          <a:p>
            <a:pPr algn="ctr"/>
            <a:r>
              <a:rPr lang="en-GB" sz="4000" dirty="0"/>
              <a:t>Inside</a:t>
            </a:r>
          </a:p>
        </p:txBody>
      </p:sp>
    </p:spTree>
    <p:extLst>
      <p:ext uri="{BB962C8B-B14F-4D97-AF65-F5344CB8AC3E}">
        <p14:creationId xmlns:p14="http://schemas.microsoft.com/office/powerpoint/2010/main" val="36992954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900352-C796-7813-090D-0C603A04F747}"/>
              </a:ext>
            </a:extLst>
          </p:cNvPr>
          <p:cNvSpPr>
            <a:spLocks noGrp="1"/>
          </p:cNvSpPr>
          <p:nvPr>
            <p:ph type="title"/>
          </p:nvPr>
        </p:nvSpPr>
        <p:spPr>
          <a:xfrm>
            <a:off x="1748970" y="0"/>
            <a:ext cx="10018713" cy="1752599"/>
          </a:xfrm>
        </p:spPr>
        <p:txBody>
          <a:bodyPr>
            <a:noAutofit/>
          </a:bodyPr>
          <a:lstStyle/>
          <a:p>
            <a:r>
              <a:rPr lang="en-US" sz="2800" dirty="0"/>
              <a:t>Task – 2    What is the percentage of unique product increase in 2021 vs. 2020? The final output contains these fields, unique_products_2020 ,unique_products_2021 ,percentage_chg </a:t>
            </a:r>
            <a:endParaRPr lang="en-GB" sz="2800" dirty="0"/>
          </a:p>
        </p:txBody>
      </p:sp>
      <p:pic>
        <p:nvPicPr>
          <p:cNvPr id="5" name="Content Placeholder 4">
            <a:extLst>
              <a:ext uri="{FF2B5EF4-FFF2-40B4-BE49-F238E27FC236}">
                <a16:creationId xmlns:a16="http://schemas.microsoft.com/office/drawing/2014/main" id="{F3D8B230-8610-2DB7-A415-F355E4D0D5C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19651" y="1582057"/>
            <a:ext cx="10548032" cy="5420847"/>
          </a:xfrm>
        </p:spPr>
      </p:pic>
    </p:spTree>
    <p:extLst>
      <p:ext uri="{BB962C8B-B14F-4D97-AF65-F5344CB8AC3E}">
        <p14:creationId xmlns:p14="http://schemas.microsoft.com/office/powerpoint/2010/main" val="37814714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DD4ED54-30F0-1063-1F33-9C460FEEC345}"/>
              </a:ext>
            </a:extLst>
          </p:cNvPr>
          <p:cNvSpPr>
            <a:spLocks noGrp="1"/>
          </p:cNvSpPr>
          <p:nvPr>
            <p:ph idx="1"/>
          </p:nvPr>
        </p:nvSpPr>
        <p:spPr>
          <a:xfrm>
            <a:off x="2173287" y="3550403"/>
            <a:ext cx="10018713" cy="3124201"/>
          </a:xfrm>
        </p:spPr>
        <p:txBody>
          <a:bodyPr>
            <a:normAutofit/>
          </a:bodyPr>
          <a:lstStyle/>
          <a:p>
            <a:endParaRPr lang="en-US" sz="3200" dirty="0"/>
          </a:p>
          <a:p>
            <a:r>
              <a:rPr lang="en-US" sz="2800" dirty="0"/>
              <a:t>The number of unique products increased from 245 in 2020 to 334 in 2021, resulting in a 36.33% increase. </a:t>
            </a:r>
          </a:p>
          <a:p>
            <a:r>
              <a:rPr lang="en-US" sz="2800" dirty="0"/>
              <a:t>This indicates a significant expansion in product assortment in 2021 compared to 202</a:t>
            </a:r>
            <a:endParaRPr lang="en-GB" sz="2800" dirty="0"/>
          </a:p>
        </p:txBody>
      </p:sp>
      <p:graphicFrame>
        <p:nvGraphicFramePr>
          <p:cNvPr id="4" name="Chart 3">
            <a:extLst>
              <a:ext uri="{FF2B5EF4-FFF2-40B4-BE49-F238E27FC236}">
                <a16:creationId xmlns:a16="http://schemas.microsoft.com/office/drawing/2014/main" id="{CD619BEF-AE8E-AE47-6C6D-E33D1826764B}"/>
              </a:ext>
            </a:extLst>
          </p:cNvPr>
          <p:cNvGraphicFramePr>
            <a:graphicFrameLocks/>
          </p:cNvGraphicFramePr>
          <p:nvPr>
            <p:extLst>
              <p:ext uri="{D42A27DB-BD31-4B8C-83A1-F6EECF244321}">
                <p14:modId xmlns:p14="http://schemas.microsoft.com/office/powerpoint/2010/main" val="3207834370"/>
              </p:ext>
            </p:extLst>
          </p:nvPr>
        </p:nvGraphicFramePr>
        <p:xfrm>
          <a:off x="2634711" y="118819"/>
          <a:ext cx="8431078" cy="3001506"/>
        </p:xfrm>
        <a:graphic>
          <a:graphicData uri="http://schemas.openxmlformats.org/drawingml/2006/chart">
            <c:chart xmlns:c="http://schemas.openxmlformats.org/drawingml/2006/chart" xmlns:r="http://schemas.openxmlformats.org/officeDocument/2006/relationships" r:id="rId2"/>
          </a:graphicData>
        </a:graphic>
      </p:graphicFrame>
      <p:sp>
        <p:nvSpPr>
          <p:cNvPr id="6" name="TextBox 5">
            <a:extLst>
              <a:ext uri="{FF2B5EF4-FFF2-40B4-BE49-F238E27FC236}">
                <a16:creationId xmlns:a16="http://schemas.microsoft.com/office/drawing/2014/main" id="{B79AA2B3-A1B5-E0FA-E8F1-D111CBC59752}"/>
              </a:ext>
            </a:extLst>
          </p:cNvPr>
          <p:cNvSpPr txBox="1"/>
          <p:nvPr/>
        </p:nvSpPr>
        <p:spPr>
          <a:xfrm>
            <a:off x="1514006" y="3528734"/>
            <a:ext cx="2983043" cy="707886"/>
          </a:xfrm>
          <a:prstGeom prst="rect">
            <a:avLst/>
          </a:prstGeom>
          <a:noFill/>
        </p:spPr>
        <p:txBody>
          <a:bodyPr wrap="square" rtlCol="0">
            <a:spAutoFit/>
          </a:bodyPr>
          <a:lstStyle/>
          <a:p>
            <a:pPr algn="ctr"/>
            <a:r>
              <a:rPr lang="en-GB" sz="4000" dirty="0"/>
              <a:t>Inside</a:t>
            </a:r>
          </a:p>
        </p:txBody>
      </p:sp>
      <p:sp>
        <p:nvSpPr>
          <p:cNvPr id="7" name="Arrow: Right 6">
            <a:extLst>
              <a:ext uri="{FF2B5EF4-FFF2-40B4-BE49-F238E27FC236}">
                <a16:creationId xmlns:a16="http://schemas.microsoft.com/office/drawing/2014/main" id="{58B7D87F-53FA-67B6-C6AD-CB6FF2357783}"/>
              </a:ext>
            </a:extLst>
          </p:cNvPr>
          <p:cNvSpPr/>
          <p:nvPr/>
        </p:nvSpPr>
        <p:spPr>
          <a:xfrm>
            <a:off x="1608655" y="3715137"/>
            <a:ext cx="689549" cy="37700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911453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A45D62-8B38-5FBF-FB9B-B37A17324599}"/>
              </a:ext>
            </a:extLst>
          </p:cNvPr>
          <p:cNvSpPr>
            <a:spLocks noGrp="1"/>
          </p:cNvSpPr>
          <p:nvPr>
            <p:ph type="title"/>
          </p:nvPr>
        </p:nvSpPr>
        <p:spPr>
          <a:xfrm>
            <a:off x="1919740" y="-29030"/>
            <a:ext cx="10018713" cy="1752599"/>
          </a:xfrm>
        </p:spPr>
        <p:txBody>
          <a:bodyPr>
            <a:noAutofit/>
          </a:bodyPr>
          <a:lstStyle/>
          <a:p>
            <a:r>
              <a:rPr lang="en-US" sz="2800" dirty="0"/>
              <a:t>Task -3 Provide a report with all the unique product counts for each  segment  and sort them in descending order of product counts. The final output contains 2 fields, segment ,product_count </a:t>
            </a:r>
            <a:endParaRPr lang="en-GB" sz="2800" dirty="0"/>
          </a:p>
        </p:txBody>
      </p:sp>
      <p:pic>
        <p:nvPicPr>
          <p:cNvPr id="5" name="Content Placeholder 4">
            <a:extLst>
              <a:ext uri="{FF2B5EF4-FFF2-40B4-BE49-F238E27FC236}">
                <a16:creationId xmlns:a16="http://schemas.microsoft.com/office/drawing/2014/main" id="{08B68EAA-56AF-BF15-48C1-B4B7BE89489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43987" y="1723569"/>
            <a:ext cx="10648013" cy="5134431"/>
          </a:xfrm>
        </p:spPr>
      </p:pic>
    </p:spTree>
    <p:extLst>
      <p:ext uri="{BB962C8B-B14F-4D97-AF65-F5344CB8AC3E}">
        <p14:creationId xmlns:p14="http://schemas.microsoft.com/office/powerpoint/2010/main" val="36475897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D91ED805-915F-703A-B69B-0E4C871582AE}"/>
              </a:ext>
            </a:extLst>
          </p:cNvPr>
          <p:cNvGraphicFramePr>
            <a:graphicFrameLocks noGrp="1"/>
          </p:cNvGraphicFramePr>
          <p:nvPr>
            <p:ph idx="1"/>
            <p:extLst>
              <p:ext uri="{D42A27DB-BD31-4B8C-83A1-F6EECF244321}">
                <p14:modId xmlns:p14="http://schemas.microsoft.com/office/powerpoint/2010/main" val="8317679"/>
              </p:ext>
            </p:extLst>
          </p:nvPr>
        </p:nvGraphicFramePr>
        <p:xfrm>
          <a:off x="1939015" y="247901"/>
          <a:ext cx="8738979" cy="2480322"/>
        </p:xfrm>
        <a:graphic>
          <a:graphicData uri="http://schemas.openxmlformats.org/drawingml/2006/chart">
            <c:chart xmlns:c="http://schemas.openxmlformats.org/drawingml/2006/chart" xmlns:r="http://schemas.openxmlformats.org/officeDocument/2006/relationships" r:id="rId2"/>
          </a:graphicData>
        </a:graphic>
      </p:graphicFrame>
      <p:sp>
        <p:nvSpPr>
          <p:cNvPr id="5" name="TextBox 4">
            <a:extLst>
              <a:ext uri="{FF2B5EF4-FFF2-40B4-BE49-F238E27FC236}">
                <a16:creationId xmlns:a16="http://schemas.microsoft.com/office/drawing/2014/main" id="{CE201554-DA8B-5E20-AA25-86957EBCECF9}"/>
              </a:ext>
            </a:extLst>
          </p:cNvPr>
          <p:cNvSpPr txBox="1"/>
          <p:nvPr/>
        </p:nvSpPr>
        <p:spPr>
          <a:xfrm>
            <a:off x="2735298" y="4231378"/>
            <a:ext cx="9054059" cy="2246769"/>
          </a:xfrm>
          <a:prstGeom prst="rect">
            <a:avLst/>
          </a:prstGeom>
          <a:noFill/>
        </p:spPr>
        <p:txBody>
          <a:bodyPr wrap="square" rtlCol="0">
            <a:spAutoFit/>
          </a:bodyPr>
          <a:lstStyle/>
          <a:p>
            <a:pPr marL="342900" indent="-342900">
              <a:buFont typeface="Arial" panose="020B0604020202020204" pitchFamily="34" charset="0"/>
              <a:buChar char="•"/>
            </a:pPr>
            <a:r>
              <a:rPr lang="en-US" sz="2000" dirty="0"/>
              <a:t> With 129 products, Notebook dominates the product portfolio, suggesting a strong focus on the portable computing market. </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 Accessories (116) and Peripherals (84) make up a large part of the product mix, indicating AtliQ is leveraging add-ons and complementary items for revenue growth. Desktop(32) ,Networking (9) and Storage (27) products are the least developed segments</a:t>
            </a:r>
            <a:endParaRPr lang="en-GB" sz="2000" dirty="0"/>
          </a:p>
        </p:txBody>
      </p:sp>
      <p:sp>
        <p:nvSpPr>
          <p:cNvPr id="6" name="TextBox 5">
            <a:extLst>
              <a:ext uri="{FF2B5EF4-FFF2-40B4-BE49-F238E27FC236}">
                <a16:creationId xmlns:a16="http://schemas.microsoft.com/office/drawing/2014/main" id="{C28F8EEB-B954-1974-8A5D-33B6DCF7CEA8}"/>
              </a:ext>
            </a:extLst>
          </p:cNvPr>
          <p:cNvSpPr txBox="1"/>
          <p:nvPr/>
        </p:nvSpPr>
        <p:spPr>
          <a:xfrm>
            <a:off x="2103331" y="3421892"/>
            <a:ext cx="2983043" cy="707886"/>
          </a:xfrm>
          <a:prstGeom prst="rect">
            <a:avLst/>
          </a:prstGeom>
          <a:noFill/>
        </p:spPr>
        <p:txBody>
          <a:bodyPr wrap="square" rtlCol="0">
            <a:spAutoFit/>
          </a:bodyPr>
          <a:lstStyle/>
          <a:p>
            <a:pPr algn="ctr"/>
            <a:r>
              <a:rPr lang="en-GB" sz="4000" dirty="0"/>
              <a:t>Inside</a:t>
            </a:r>
          </a:p>
        </p:txBody>
      </p:sp>
      <p:sp>
        <p:nvSpPr>
          <p:cNvPr id="7" name="Arrow: Right 6">
            <a:extLst>
              <a:ext uri="{FF2B5EF4-FFF2-40B4-BE49-F238E27FC236}">
                <a16:creationId xmlns:a16="http://schemas.microsoft.com/office/drawing/2014/main" id="{0AC62E64-7CA4-9B7D-EB96-5CCE21705FE6}"/>
              </a:ext>
            </a:extLst>
          </p:cNvPr>
          <p:cNvSpPr/>
          <p:nvPr/>
        </p:nvSpPr>
        <p:spPr>
          <a:xfrm>
            <a:off x="1758557" y="3663283"/>
            <a:ext cx="689549" cy="37700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2003311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A9854F-38AE-6666-8079-6A9E92BC7996}"/>
              </a:ext>
            </a:extLst>
          </p:cNvPr>
          <p:cNvSpPr>
            <a:spLocks noGrp="1"/>
          </p:cNvSpPr>
          <p:nvPr>
            <p:ph type="title"/>
          </p:nvPr>
        </p:nvSpPr>
        <p:spPr>
          <a:xfrm>
            <a:off x="1604233" y="0"/>
            <a:ext cx="10018713" cy="1752599"/>
          </a:xfrm>
        </p:spPr>
        <p:txBody>
          <a:bodyPr>
            <a:normAutofit/>
          </a:bodyPr>
          <a:lstStyle/>
          <a:p>
            <a:r>
              <a:rPr lang="en-GB" sz="2400" dirty="0"/>
              <a:t>Task-4 </a:t>
            </a:r>
            <a:r>
              <a:rPr lang="en-US" sz="2400" dirty="0"/>
              <a:t>Follow-up: Which segment had the most increase in unique products in 2021 vs 2020? </a:t>
            </a:r>
            <a:br>
              <a:rPr lang="en-US" sz="2400" dirty="0"/>
            </a:br>
            <a:r>
              <a:rPr lang="en-US" sz="2400" dirty="0"/>
              <a:t>The final output contains these fields, segment,product_count_2020, product_count_2021, difference </a:t>
            </a:r>
            <a:endParaRPr lang="en-GB" sz="2400" dirty="0"/>
          </a:p>
        </p:txBody>
      </p:sp>
      <p:pic>
        <p:nvPicPr>
          <p:cNvPr id="5" name="Content Placeholder 4">
            <a:extLst>
              <a:ext uri="{FF2B5EF4-FFF2-40B4-BE49-F238E27FC236}">
                <a16:creationId xmlns:a16="http://schemas.microsoft.com/office/drawing/2014/main" id="{9D8B02E0-F8D4-BDF9-7551-F40757014B5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04233" y="1752599"/>
            <a:ext cx="10417878" cy="5105401"/>
          </a:xfrm>
        </p:spPr>
      </p:pic>
    </p:spTree>
    <p:extLst>
      <p:ext uri="{BB962C8B-B14F-4D97-AF65-F5344CB8AC3E}">
        <p14:creationId xmlns:p14="http://schemas.microsoft.com/office/powerpoint/2010/main" val="1787827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93643EF8-FA13-B6CC-100B-513C863C870B}"/>
              </a:ext>
            </a:extLst>
          </p:cNvPr>
          <p:cNvGraphicFramePr>
            <a:graphicFrameLocks noGrp="1"/>
          </p:cNvGraphicFramePr>
          <p:nvPr>
            <p:ph idx="1"/>
            <p:extLst>
              <p:ext uri="{D42A27DB-BD31-4B8C-83A1-F6EECF244321}">
                <p14:modId xmlns:p14="http://schemas.microsoft.com/office/powerpoint/2010/main" val="3971698079"/>
              </p:ext>
            </p:extLst>
          </p:nvPr>
        </p:nvGraphicFramePr>
        <p:xfrm>
          <a:off x="2299931" y="0"/>
          <a:ext cx="7592138" cy="2765400"/>
        </p:xfrm>
        <a:graphic>
          <a:graphicData uri="http://schemas.openxmlformats.org/drawingml/2006/table">
            <a:tbl>
              <a:tblPr/>
              <a:tblGrid>
                <a:gridCol w="1775672">
                  <a:extLst>
                    <a:ext uri="{9D8B030D-6E8A-4147-A177-3AD203B41FA5}">
                      <a16:colId xmlns:a16="http://schemas.microsoft.com/office/drawing/2014/main" val="3133232863"/>
                    </a:ext>
                  </a:extLst>
                </a:gridCol>
                <a:gridCol w="1472139">
                  <a:extLst>
                    <a:ext uri="{9D8B030D-6E8A-4147-A177-3AD203B41FA5}">
                      <a16:colId xmlns:a16="http://schemas.microsoft.com/office/drawing/2014/main" val="1755954111"/>
                    </a:ext>
                  </a:extLst>
                </a:gridCol>
                <a:gridCol w="1229312">
                  <a:extLst>
                    <a:ext uri="{9D8B030D-6E8A-4147-A177-3AD203B41FA5}">
                      <a16:colId xmlns:a16="http://schemas.microsoft.com/office/drawing/2014/main" val="2691673167"/>
                    </a:ext>
                  </a:extLst>
                </a:gridCol>
                <a:gridCol w="1445579">
                  <a:extLst>
                    <a:ext uri="{9D8B030D-6E8A-4147-A177-3AD203B41FA5}">
                      <a16:colId xmlns:a16="http://schemas.microsoft.com/office/drawing/2014/main" val="1194130970"/>
                    </a:ext>
                  </a:extLst>
                </a:gridCol>
                <a:gridCol w="1669436">
                  <a:extLst>
                    <a:ext uri="{9D8B030D-6E8A-4147-A177-3AD203B41FA5}">
                      <a16:colId xmlns:a16="http://schemas.microsoft.com/office/drawing/2014/main" val="1604481020"/>
                    </a:ext>
                  </a:extLst>
                </a:gridCol>
              </a:tblGrid>
              <a:tr h="358212">
                <a:tc>
                  <a:txBody>
                    <a:bodyPr/>
                    <a:lstStyle/>
                    <a:p>
                      <a:pPr algn="l" fontAlgn="b"/>
                      <a:r>
                        <a:rPr lang="en-GB" sz="1800" b="1" i="0" u="none" strike="noStrike" dirty="0">
                          <a:solidFill>
                            <a:srgbClr val="000000"/>
                          </a:solidFill>
                          <a:effectLst/>
                          <a:latin typeface="Aptos Narrow" panose="020B0004020202020204" pitchFamily="34" charset="0"/>
                        </a:rPr>
                        <a:t>segment</a:t>
                      </a:r>
                    </a:p>
                  </a:txBody>
                  <a:tcPr marL="9525" marR="9525" marT="9525" marB="0" anchor="b">
                    <a:lnL w="6350" cap="flat" cmpd="sng" algn="ctr">
                      <a:solidFill>
                        <a:srgbClr val="E97132"/>
                      </a:solidFill>
                      <a:prstDash val="solid"/>
                      <a:round/>
                      <a:headEnd type="none" w="med" len="med"/>
                      <a:tailEnd type="none" w="med" len="med"/>
                    </a:lnL>
                    <a:lnR w="6350" cap="flat" cmpd="sng" algn="ctr">
                      <a:solidFill>
                        <a:srgbClr val="E97132"/>
                      </a:solidFill>
                      <a:prstDash val="solid"/>
                      <a:round/>
                      <a:headEnd type="none" w="med" len="med"/>
                      <a:tailEnd type="none" w="med" len="med"/>
                    </a:lnR>
                    <a:lnT w="6350" cap="flat" cmpd="sng" algn="ctr">
                      <a:solidFill>
                        <a:srgbClr val="E97132"/>
                      </a:solidFill>
                      <a:prstDash val="solid"/>
                      <a:round/>
                      <a:headEnd type="none" w="med" len="med"/>
                      <a:tailEnd type="none" w="med" len="med"/>
                    </a:lnT>
                    <a:lnB w="6350" cap="flat" cmpd="sng" algn="ctr">
                      <a:solidFill>
                        <a:srgbClr val="E97132"/>
                      </a:solidFill>
                      <a:prstDash val="solid"/>
                      <a:round/>
                      <a:headEnd type="none" w="med" len="med"/>
                      <a:tailEnd type="none" w="med" len="med"/>
                    </a:lnB>
                    <a:noFill/>
                  </a:tcPr>
                </a:tc>
                <a:tc>
                  <a:txBody>
                    <a:bodyPr/>
                    <a:lstStyle/>
                    <a:p>
                      <a:pPr algn="l" fontAlgn="b"/>
                      <a:r>
                        <a:rPr lang="en-GB" sz="1800" b="1" i="0" u="none" strike="noStrike">
                          <a:solidFill>
                            <a:srgbClr val="000000"/>
                          </a:solidFill>
                          <a:effectLst/>
                          <a:latin typeface="Aptos Narrow" panose="020B0004020202020204" pitchFamily="34" charset="0"/>
                        </a:rPr>
                        <a:t>2020</a:t>
                      </a:r>
                    </a:p>
                  </a:txBody>
                  <a:tcPr marL="9525" marR="9525" marT="9525" marB="0" anchor="b">
                    <a:lnL w="6350" cap="flat" cmpd="sng" algn="ctr">
                      <a:solidFill>
                        <a:srgbClr val="E97132"/>
                      </a:solidFill>
                      <a:prstDash val="solid"/>
                      <a:round/>
                      <a:headEnd type="none" w="med" len="med"/>
                      <a:tailEnd type="none" w="med" len="med"/>
                    </a:lnL>
                    <a:lnR w="6350" cap="flat" cmpd="sng" algn="ctr">
                      <a:solidFill>
                        <a:srgbClr val="E97132"/>
                      </a:solidFill>
                      <a:prstDash val="solid"/>
                      <a:round/>
                      <a:headEnd type="none" w="med" len="med"/>
                      <a:tailEnd type="none" w="med" len="med"/>
                    </a:lnR>
                    <a:lnT w="6350" cap="flat" cmpd="sng" algn="ctr">
                      <a:solidFill>
                        <a:srgbClr val="E97132"/>
                      </a:solidFill>
                      <a:prstDash val="solid"/>
                      <a:round/>
                      <a:headEnd type="none" w="med" len="med"/>
                      <a:tailEnd type="none" w="med" len="med"/>
                    </a:lnT>
                    <a:lnB w="6350" cap="flat" cmpd="sng" algn="ctr">
                      <a:solidFill>
                        <a:srgbClr val="E97132"/>
                      </a:solidFill>
                      <a:prstDash val="solid"/>
                      <a:round/>
                      <a:headEnd type="none" w="med" len="med"/>
                      <a:tailEnd type="none" w="med" len="med"/>
                    </a:lnB>
                    <a:noFill/>
                  </a:tcPr>
                </a:tc>
                <a:tc>
                  <a:txBody>
                    <a:bodyPr/>
                    <a:lstStyle/>
                    <a:p>
                      <a:pPr algn="l" fontAlgn="b"/>
                      <a:r>
                        <a:rPr lang="en-GB" sz="1800" b="1" i="0" u="none" strike="noStrike">
                          <a:solidFill>
                            <a:srgbClr val="000000"/>
                          </a:solidFill>
                          <a:effectLst/>
                          <a:latin typeface="Aptos Narrow" panose="020B0004020202020204" pitchFamily="34" charset="0"/>
                        </a:rPr>
                        <a:t>2021</a:t>
                      </a:r>
                    </a:p>
                  </a:txBody>
                  <a:tcPr marL="9525" marR="9525" marT="9525" marB="0" anchor="b">
                    <a:lnL w="6350" cap="flat" cmpd="sng" algn="ctr">
                      <a:solidFill>
                        <a:srgbClr val="E97132"/>
                      </a:solidFill>
                      <a:prstDash val="solid"/>
                      <a:round/>
                      <a:headEnd type="none" w="med" len="med"/>
                      <a:tailEnd type="none" w="med" len="med"/>
                    </a:lnL>
                    <a:lnR w="6350" cap="flat" cmpd="sng" algn="ctr">
                      <a:solidFill>
                        <a:srgbClr val="E97132"/>
                      </a:solidFill>
                      <a:prstDash val="solid"/>
                      <a:round/>
                      <a:headEnd type="none" w="med" len="med"/>
                      <a:tailEnd type="none" w="med" len="med"/>
                    </a:lnR>
                    <a:lnT w="6350" cap="flat" cmpd="sng" algn="ctr">
                      <a:solidFill>
                        <a:srgbClr val="E97132"/>
                      </a:solidFill>
                      <a:prstDash val="solid"/>
                      <a:round/>
                      <a:headEnd type="none" w="med" len="med"/>
                      <a:tailEnd type="none" w="med" len="med"/>
                    </a:lnT>
                    <a:lnB w="6350" cap="flat" cmpd="sng" algn="ctr">
                      <a:solidFill>
                        <a:srgbClr val="E97132"/>
                      </a:solidFill>
                      <a:prstDash val="solid"/>
                      <a:round/>
                      <a:headEnd type="none" w="med" len="med"/>
                      <a:tailEnd type="none" w="med" len="med"/>
                    </a:lnB>
                    <a:noFill/>
                  </a:tcPr>
                </a:tc>
                <a:tc>
                  <a:txBody>
                    <a:bodyPr/>
                    <a:lstStyle/>
                    <a:p>
                      <a:pPr algn="l" fontAlgn="b"/>
                      <a:r>
                        <a:rPr lang="en-GB" sz="1800" b="1" i="0" u="none" strike="noStrike">
                          <a:solidFill>
                            <a:srgbClr val="000000"/>
                          </a:solidFill>
                          <a:effectLst/>
                          <a:latin typeface="Aptos Narrow" panose="020B0004020202020204" pitchFamily="34" charset="0"/>
                        </a:rPr>
                        <a:t>Difference</a:t>
                      </a:r>
                    </a:p>
                  </a:txBody>
                  <a:tcPr marL="9525" marR="9525" marT="9525" marB="0" anchor="b">
                    <a:lnL w="6350" cap="flat" cmpd="sng" algn="ctr">
                      <a:solidFill>
                        <a:srgbClr val="E97132"/>
                      </a:solidFill>
                      <a:prstDash val="solid"/>
                      <a:round/>
                      <a:headEnd type="none" w="med" len="med"/>
                      <a:tailEnd type="none" w="med" len="med"/>
                    </a:lnL>
                    <a:lnR w="6350" cap="flat" cmpd="sng" algn="ctr">
                      <a:solidFill>
                        <a:srgbClr val="E97132"/>
                      </a:solidFill>
                      <a:prstDash val="solid"/>
                      <a:round/>
                      <a:headEnd type="none" w="med" len="med"/>
                      <a:tailEnd type="none" w="med" len="med"/>
                    </a:lnR>
                    <a:lnT w="6350" cap="flat" cmpd="sng" algn="ctr">
                      <a:solidFill>
                        <a:srgbClr val="E97132"/>
                      </a:solidFill>
                      <a:prstDash val="solid"/>
                      <a:round/>
                      <a:headEnd type="none" w="med" len="med"/>
                      <a:tailEnd type="none" w="med" len="med"/>
                    </a:lnT>
                    <a:lnB w="6350" cap="flat" cmpd="sng" algn="ctr">
                      <a:solidFill>
                        <a:srgbClr val="E97132"/>
                      </a:solidFill>
                      <a:prstDash val="solid"/>
                      <a:round/>
                      <a:headEnd type="none" w="med" len="med"/>
                      <a:tailEnd type="none" w="med" len="med"/>
                    </a:lnB>
                    <a:noFill/>
                  </a:tcPr>
                </a:tc>
                <a:tc>
                  <a:txBody>
                    <a:bodyPr/>
                    <a:lstStyle/>
                    <a:p>
                      <a:pPr algn="l" fontAlgn="b"/>
                      <a:r>
                        <a:rPr lang="en-GB" sz="1800" b="1" i="0" u="none" strike="noStrike">
                          <a:solidFill>
                            <a:srgbClr val="000000"/>
                          </a:solidFill>
                          <a:effectLst/>
                          <a:latin typeface="Aptos Narrow" panose="020B0004020202020204" pitchFamily="34" charset="0"/>
                        </a:rPr>
                        <a:t>Percentage </a:t>
                      </a:r>
                    </a:p>
                  </a:txBody>
                  <a:tcPr marL="9525" marR="9525" marT="9525" marB="0" anchor="b">
                    <a:lnL w="6350" cap="flat" cmpd="sng" algn="ctr">
                      <a:solidFill>
                        <a:srgbClr val="E97132"/>
                      </a:solidFill>
                      <a:prstDash val="solid"/>
                      <a:round/>
                      <a:headEnd type="none" w="med" len="med"/>
                      <a:tailEnd type="none" w="med" len="med"/>
                    </a:lnL>
                    <a:lnR w="6350" cap="flat" cmpd="sng" algn="ctr">
                      <a:solidFill>
                        <a:srgbClr val="E97132"/>
                      </a:solidFill>
                      <a:prstDash val="solid"/>
                      <a:round/>
                      <a:headEnd type="none" w="med" len="med"/>
                      <a:tailEnd type="none" w="med" len="med"/>
                    </a:lnR>
                    <a:lnT w="6350" cap="flat" cmpd="sng" algn="ctr">
                      <a:solidFill>
                        <a:srgbClr val="E97132"/>
                      </a:solidFill>
                      <a:prstDash val="solid"/>
                      <a:round/>
                      <a:headEnd type="none" w="med" len="med"/>
                      <a:tailEnd type="none" w="med" len="med"/>
                    </a:lnT>
                    <a:lnB w="6350" cap="flat" cmpd="sng" algn="ctr">
                      <a:solidFill>
                        <a:srgbClr val="E97132"/>
                      </a:solidFill>
                      <a:prstDash val="solid"/>
                      <a:round/>
                      <a:headEnd type="none" w="med" len="med"/>
                      <a:tailEnd type="none" w="med" len="med"/>
                    </a:lnB>
                    <a:noFill/>
                  </a:tcPr>
                </a:tc>
                <a:extLst>
                  <a:ext uri="{0D108BD9-81ED-4DB2-BD59-A6C34878D82A}">
                    <a16:rowId xmlns:a16="http://schemas.microsoft.com/office/drawing/2014/main" val="1891352531"/>
                  </a:ext>
                </a:extLst>
              </a:tr>
              <a:tr h="401198">
                <a:tc>
                  <a:txBody>
                    <a:bodyPr/>
                    <a:lstStyle/>
                    <a:p>
                      <a:pPr algn="l" fontAlgn="b"/>
                      <a:r>
                        <a:rPr lang="en-GB" sz="2000" b="0" i="0" u="none" strike="noStrike" dirty="0">
                          <a:solidFill>
                            <a:srgbClr val="000000"/>
                          </a:solidFill>
                          <a:effectLst/>
                          <a:latin typeface="Aptos Narrow" panose="020B0004020202020204" pitchFamily="34" charset="0"/>
                        </a:rPr>
                        <a:t>Accessories</a:t>
                      </a:r>
                    </a:p>
                  </a:txBody>
                  <a:tcPr marL="9525" marR="9525" marT="9525" marB="0" anchor="b">
                    <a:lnL w="6350" cap="flat" cmpd="sng" algn="ctr">
                      <a:solidFill>
                        <a:srgbClr val="E97132"/>
                      </a:solidFill>
                      <a:prstDash val="solid"/>
                      <a:round/>
                      <a:headEnd type="none" w="med" len="med"/>
                      <a:tailEnd type="none" w="med" len="med"/>
                    </a:lnL>
                    <a:lnR w="6350" cap="flat" cmpd="sng" algn="ctr">
                      <a:solidFill>
                        <a:srgbClr val="E97132"/>
                      </a:solidFill>
                      <a:prstDash val="solid"/>
                      <a:round/>
                      <a:headEnd type="none" w="med" len="med"/>
                      <a:tailEnd type="none" w="med" len="med"/>
                    </a:lnR>
                    <a:lnT w="6350" cap="flat" cmpd="sng" algn="ctr">
                      <a:solidFill>
                        <a:srgbClr val="E97132"/>
                      </a:solidFill>
                      <a:prstDash val="solid"/>
                      <a:round/>
                      <a:headEnd type="none" w="med" len="med"/>
                      <a:tailEnd type="none" w="med" len="med"/>
                    </a:lnT>
                    <a:lnB w="6350" cap="flat" cmpd="sng" algn="ctr">
                      <a:solidFill>
                        <a:srgbClr val="E97132"/>
                      </a:solidFill>
                      <a:prstDash val="solid"/>
                      <a:round/>
                      <a:headEnd type="none" w="med" len="med"/>
                      <a:tailEnd type="none" w="med" len="med"/>
                    </a:lnB>
                    <a:solidFill>
                      <a:srgbClr val="FBE2D5"/>
                    </a:solidFill>
                  </a:tcPr>
                </a:tc>
                <a:tc>
                  <a:txBody>
                    <a:bodyPr/>
                    <a:lstStyle/>
                    <a:p>
                      <a:pPr algn="l" fontAlgn="b"/>
                      <a:r>
                        <a:rPr lang="en-GB" sz="2000" b="0" i="0" u="none" strike="noStrike" dirty="0">
                          <a:solidFill>
                            <a:srgbClr val="000000"/>
                          </a:solidFill>
                          <a:effectLst/>
                          <a:latin typeface="Aptos Narrow" panose="020B0004020202020204" pitchFamily="34" charset="0"/>
                        </a:rPr>
                        <a:t>69</a:t>
                      </a:r>
                    </a:p>
                  </a:txBody>
                  <a:tcPr marL="9525" marR="9525" marT="9525" marB="0" anchor="b">
                    <a:lnL w="6350" cap="flat" cmpd="sng" algn="ctr">
                      <a:solidFill>
                        <a:srgbClr val="E97132"/>
                      </a:solidFill>
                      <a:prstDash val="solid"/>
                      <a:round/>
                      <a:headEnd type="none" w="med" len="med"/>
                      <a:tailEnd type="none" w="med" len="med"/>
                    </a:lnL>
                    <a:lnR w="6350" cap="flat" cmpd="sng" algn="ctr">
                      <a:solidFill>
                        <a:srgbClr val="E97132"/>
                      </a:solidFill>
                      <a:prstDash val="solid"/>
                      <a:round/>
                      <a:headEnd type="none" w="med" len="med"/>
                      <a:tailEnd type="none" w="med" len="med"/>
                    </a:lnR>
                    <a:lnT w="6350" cap="flat" cmpd="sng" algn="ctr">
                      <a:solidFill>
                        <a:srgbClr val="E97132"/>
                      </a:solidFill>
                      <a:prstDash val="solid"/>
                      <a:round/>
                      <a:headEnd type="none" w="med" len="med"/>
                      <a:tailEnd type="none" w="med" len="med"/>
                    </a:lnT>
                    <a:lnB w="6350" cap="flat" cmpd="sng" algn="ctr">
                      <a:solidFill>
                        <a:srgbClr val="E97132"/>
                      </a:solidFill>
                      <a:prstDash val="solid"/>
                      <a:round/>
                      <a:headEnd type="none" w="med" len="med"/>
                      <a:tailEnd type="none" w="med" len="med"/>
                    </a:lnB>
                    <a:solidFill>
                      <a:srgbClr val="FBE2D5"/>
                    </a:solidFill>
                  </a:tcPr>
                </a:tc>
                <a:tc>
                  <a:txBody>
                    <a:bodyPr/>
                    <a:lstStyle/>
                    <a:p>
                      <a:pPr algn="l" fontAlgn="b"/>
                      <a:r>
                        <a:rPr lang="en-GB" sz="2000" b="0" i="0" u="none" strike="noStrike" dirty="0">
                          <a:solidFill>
                            <a:srgbClr val="000000"/>
                          </a:solidFill>
                          <a:effectLst/>
                          <a:latin typeface="Aptos Narrow" panose="020B0004020202020204" pitchFamily="34" charset="0"/>
                        </a:rPr>
                        <a:t>103</a:t>
                      </a:r>
                    </a:p>
                  </a:txBody>
                  <a:tcPr marL="9525" marR="9525" marT="9525" marB="0" anchor="b">
                    <a:lnL w="6350" cap="flat" cmpd="sng" algn="ctr">
                      <a:solidFill>
                        <a:srgbClr val="E97132"/>
                      </a:solidFill>
                      <a:prstDash val="solid"/>
                      <a:round/>
                      <a:headEnd type="none" w="med" len="med"/>
                      <a:tailEnd type="none" w="med" len="med"/>
                    </a:lnL>
                    <a:lnR w="6350" cap="flat" cmpd="sng" algn="ctr">
                      <a:solidFill>
                        <a:srgbClr val="E97132"/>
                      </a:solidFill>
                      <a:prstDash val="solid"/>
                      <a:round/>
                      <a:headEnd type="none" w="med" len="med"/>
                      <a:tailEnd type="none" w="med" len="med"/>
                    </a:lnR>
                    <a:lnT w="6350" cap="flat" cmpd="sng" algn="ctr">
                      <a:solidFill>
                        <a:srgbClr val="E97132"/>
                      </a:solidFill>
                      <a:prstDash val="solid"/>
                      <a:round/>
                      <a:headEnd type="none" w="med" len="med"/>
                      <a:tailEnd type="none" w="med" len="med"/>
                    </a:lnT>
                    <a:lnB w="6350" cap="flat" cmpd="sng" algn="ctr">
                      <a:solidFill>
                        <a:srgbClr val="E97132"/>
                      </a:solidFill>
                      <a:prstDash val="solid"/>
                      <a:round/>
                      <a:headEnd type="none" w="med" len="med"/>
                      <a:tailEnd type="none" w="med" len="med"/>
                    </a:lnB>
                    <a:solidFill>
                      <a:srgbClr val="FBE2D5"/>
                    </a:solidFill>
                  </a:tcPr>
                </a:tc>
                <a:tc>
                  <a:txBody>
                    <a:bodyPr/>
                    <a:lstStyle/>
                    <a:p>
                      <a:pPr algn="l" fontAlgn="b"/>
                      <a:r>
                        <a:rPr lang="en-GB" sz="2000" b="0" i="0" u="none" strike="noStrike" dirty="0">
                          <a:solidFill>
                            <a:srgbClr val="000000"/>
                          </a:solidFill>
                          <a:effectLst/>
                          <a:latin typeface="Aptos Narrow" panose="020B0004020202020204" pitchFamily="34" charset="0"/>
                        </a:rPr>
                        <a:t>34</a:t>
                      </a:r>
                    </a:p>
                  </a:txBody>
                  <a:tcPr marL="9525" marR="9525" marT="9525" marB="0" anchor="b">
                    <a:lnL w="6350" cap="flat" cmpd="sng" algn="ctr">
                      <a:solidFill>
                        <a:srgbClr val="E97132"/>
                      </a:solidFill>
                      <a:prstDash val="solid"/>
                      <a:round/>
                      <a:headEnd type="none" w="med" len="med"/>
                      <a:tailEnd type="none" w="med" len="med"/>
                    </a:lnL>
                    <a:lnR w="6350" cap="flat" cmpd="sng" algn="ctr">
                      <a:solidFill>
                        <a:srgbClr val="E97132"/>
                      </a:solidFill>
                      <a:prstDash val="solid"/>
                      <a:round/>
                      <a:headEnd type="none" w="med" len="med"/>
                      <a:tailEnd type="none" w="med" len="med"/>
                    </a:lnR>
                    <a:lnT w="6350" cap="flat" cmpd="sng" algn="ctr">
                      <a:solidFill>
                        <a:srgbClr val="E97132"/>
                      </a:solidFill>
                      <a:prstDash val="solid"/>
                      <a:round/>
                      <a:headEnd type="none" w="med" len="med"/>
                      <a:tailEnd type="none" w="med" len="med"/>
                    </a:lnT>
                    <a:lnB w="6350" cap="flat" cmpd="sng" algn="ctr">
                      <a:solidFill>
                        <a:srgbClr val="E97132"/>
                      </a:solidFill>
                      <a:prstDash val="solid"/>
                      <a:round/>
                      <a:headEnd type="none" w="med" len="med"/>
                      <a:tailEnd type="none" w="med" len="med"/>
                    </a:lnB>
                    <a:solidFill>
                      <a:srgbClr val="FBE2D5"/>
                    </a:solidFill>
                  </a:tcPr>
                </a:tc>
                <a:tc>
                  <a:txBody>
                    <a:bodyPr/>
                    <a:lstStyle/>
                    <a:p>
                      <a:pPr algn="l" fontAlgn="b"/>
                      <a:r>
                        <a:rPr lang="en-GB" sz="2000" b="0" i="0" u="none" strike="noStrike" dirty="0">
                          <a:solidFill>
                            <a:srgbClr val="000000"/>
                          </a:solidFill>
                          <a:effectLst/>
                          <a:latin typeface="Aptos Narrow" panose="020B0004020202020204" pitchFamily="34" charset="0"/>
                        </a:rPr>
                        <a:t>49.28</a:t>
                      </a:r>
                    </a:p>
                  </a:txBody>
                  <a:tcPr marL="9525" marR="9525" marT="9525" marB="0" anchor="b">
                    <a:lnL w="6350" cap="flat" cmpd="sng" algn="ctr">
                      <a:solidFill>
                        <a:srgbClr val="E97132"/>
                      </a:solidFill>
                      <a:prstDash val="solid"/>
                      <a:round/>
                      <a:headEnd type="none" w="med" len="med"/>
                      <a:tailEnd type="none" w="med" len="med"/>
                    </a:lnL>
                    <a:lnR w="6350" cap="flat" cmpd="sng" algn="ctr">
                      <a:solidFill>
                        <a:srgbClr val="E97132"/>
                      </a:solidFill>
                      <a:prstDash val="solid"/>
                      <a:round/>
                      <a:headEnd type="none" w="med" len="med"/>
                      <a:tailEnd type="none" w="med" len="med"/>
                    </a:lnR>
                    <a:lnT w="6350" cap="flat" cmpd="sng" algn="ctr">
                      <a:solidFill>
                        <a:srgbClr val="E97132"/>
                      </a:solidFill>
                      <a:prstDash val="solid"/>
                      <a:round/>
                      <a:headEnd type="none" w="med" len="med"/>
                      <a:tailEnd type="none" w="med" len="med"/>
                    </a:lnT>
                    <a:lnB w="6350" cap="flat" cmpd="sng" algn="ctr">
                      <a:solidFill>
                        <a:srgbClr val="E97132"/>
                      </a:solidFill>
                      <a:prstDash val="solid"/>
                      <a:round/>
                      <a:headEnd type="none" w="med" len="med"/>
                      <a:tailEnd type="none" w="med" len="med"/>
                    </a:lnB>
                    <a:solidFill>
                      <a:srgbClr val="FBE2D5"/>
                    </a:solidFill>
                  </a:tcPr>
                </a:tc>
                <a:extLst>
                  <a:ext uri="{0D108BD9-81ED-4DB2-BD59-A6C34878D82A}">
                    <a16:rowId xmlns:a16="http://schemas.microsoft.com/office/drawing/2014/main" val="4218331077"/>
                  </a:ext>
                </a:extLst>
              </a:tr>
              <a:tr h="401198">
                <a:tc>
                  <a:txBody>
                    <a:bodyPr/>
                    <a:lstStyle/>
                    <a:p>
                      <a:pPr algn="l" fontAlgn="b"/>
                      <a:r>
                        <a:rPr lang="en-GB" sz="2000" b="0" i="0" u="none" strike="noStrike" dirty="0">
                          <a:solidFill>
                            <a:srgbClr val="000000"/>
                          </a:solidFill>
                          <a:effectLst/>
                          <a:latin typeface="Aptos Narrow" panose="020B0004020202020204" pitchFamily="34" charset="0"/>
                        </a:rPr>
                        <a:t>Notebook</a:t>
                      </a:r>
                    </a:p>
                  </a:txBody>
                  <a:tcPr marL="9525" marR="9525" marT="9525" marB="0" anchor="b">
                    <a:lnL w="6350" cap="flat" cmpd="sng" algn="ctr">
                      <a:solidFill>
                        <a:srgbClr val="E97132"/>
                      </a:solidFill>
                      <a:prstDash val="solid"/>
                      <a:round/>
                      <a:headEnd type="none" w="med" len="med"/>
                      <a:tailEnd type="none" w="med" len="med"/>
                    </a:lnL>
                    <a:lnR w="6350" cap="flat" cmpd="sng" algn="ctr">
                      <a:solidFill>
                        <a:srgbClr val="E97132"/>
                      </a:solidFill>
                      <a:prstDash val="solid"/>
                      <a:round/>
                      <a:headEnd type="none" w="med" len="med"/>
                      <a:tailEnd type="none" w="med" len="med"/>
                    </a:lnR>
                    <a:lnT w="6350" cap="flat" cmpd="sng" algn="ctr">
                      <a:solidFill>
                        <a:srgbClr val="E97132"/>
                      </a:solidFill>
                      <a:prstDash val="solid"/>
                      <a:round/>
                      <a:headEnd type="none" w="med" len="med"/>
                      <a:tailEnd type="none" w="med" len="med"/>
                    </a:lnT>
                    <a:lnB w="6350" cap="flat" cmpd="sng" algn="ctr">
                      <a:solidFill>
                        <a:srgbClr val="E97132"/>
                      </a:solidFill>
                      <a:prstDash val="solid"/>
                      <a:round/>
                      <a:headEnd type="none" w="med" len="med"/>
                      <a:tailEnd type="none" w="med" len="med"/>
                    </a:lnB>
                    <a:noFill/>
                  </a:tcPr>
                </a:tc>
                <a:tc>
                  <a:txBody>
                    <a:bodyPr/>
                    <a:lstStyle/>
                    <a:p>
                      <a:pPr algn="l" fontAlgn="b"/>
                      <a:r>
                        <a:rPr lang="en-GB" sz="2000" b="0" i="0" u="none" strike="noStrike">
                          <a:solidFill>
                            <a:srgbClr val="000000"/>
                          </a:solidFill>
                          <a:effectLst/>
                          <a:latin typeface="Aptos Narrow" panose="020B0004020202020204" pitchFamily="34" charset="0"/>
                        </a:rPr>
                        <a:t>92</a:t>
                      </a:r>
                    </a:p>
                  </a:txBody>
                  <a:tcPr marL="9525" marR="9525" marT="9525" marB="0" anchor="b">
                    <a:lnL w="6350" cap="flat" cmpd="sng" algn="ctr">
                      <a:solidFill>
                        <a:srgbClr val="E97132"/>
                      </a:solidFill>
                      <a:prstDash val="solid"/>
                      <a:round/>
                      <a:headEnd type="none" w="med" len="med"/>
                      <a:tailEnd type="none" w="med" len="med"/>
                    </a:lnL>
                    <a:lnR w="6350" cap="flat" cmpd="sng" algn="ctr">
                      <a:solidFill>
                        <a:srgbClr val="E97132"/>
                      </a:solidFill>
                      <a:prstDash val="solid"/>
                      <a:round/>
                      <a:headEnd type="none" w="med" len="med"/>
                      <a:tailEnd type="none" w="med" len="med"/>
                    </a:lnR>
                    <a:lnT w="6350" cap="flat" cmpd="sng" algn="ctr">
                      <a:solidFill>
                        <a:srgbClr val="E97132"/>
                      </a:solidFill>
                      <a:prstDash val="solid"/>
                      <a:round/>
                      <a:headEnd type="none" w="med" len="med"/>
                      <a:tailEnd type="none" w="med" len="med"/>
                    </a:lnT>
                    <a:lnB w="6350" cap="flat" cmpd="sng" algn="ctr">
                      <a:solidFill>
                        <a:srgbClr val="E97132"/>
                      </a:solidFill>
                      <a:prstDash val="solid"/>
                      <a:round/>
                      <a:headEnd type="none" w="med" len="med"/>
                      <a:tailEnd type="none" w="med" len="med"/>
                    </a:lnB>
                    <a:noFill/>
                  </a:tcPr>
                </a:tc>
                <a:tc>
                  <a:txBody>
                    <a:bodyPr/>
                    <a:lstStyle/>
                    <a:p>
                      <a:pPr algn="l" fontAlgn="b"/>
                      <a:r>
                        <a:rPr lang="en-GB" sz="2000" b="0" i="0" u="none" strike="noStrike">
                          <a:solidFill>
                            <a:srgbClr val="000000"/>
                          </a:solidFill>
                          <a:effectLst/>
                          <a:latin typeface="Aptos Narrow" panose="020B0004020202020204" pitchFamily="34" charset="0"/>
                        </a:rPr>
                        <a:t>108</a:t>
                      </a:r>
                    </a:p>
                  </a:txBody>
                  <a:tcPr marL="9525" marR="9525" marT="9525" marB="0" anchor="b">
                    <a:lnL w="6350" cap="flat" cmpd="sng" algn="ctr">
                      <a:solidFill>
                        <a:srgbClr val="E97132"/>
                      </a:solidFill>
                      <a:prstDash val="solid"/>
                      <a:round/>
                      <a:headEnd type="none" w="med" len="med"/>
                      <a:tailEnd type="none" w="med" len="med"/>
                    </a:lnL>
                    <a:lnR w="6350" cap="flat" cmpd="sng" algn="ctr">
                      <a:solidFill>
                        <a:srgbClr val="E97132"/>
                      </a:solidFill>
                      <a:prstDash val="solid"/>
                      <a:round/>
                      <a:headEnd type="none" w="med" len="med"/>
                      <a:tailEnd type="none" w="med" len="med"/>
                    </a:lnR>
                    <a:lnT w="6350" cap="flat" cmpd="sng" algn="ctr">
                      <a:solidFill>
                        <a:srgbClr val="E97132"/>
                      </a:solidFill>
                      <a:prstDash val="solid"/>
                      <a:round/>
                      <a:headEnd type="none" w="med" len="med"/>
                      <a:tailEnd type="none" w="med" len="med"/>
                    </a:lnT>
                    <a:lnB w="6350" cap="flat" cmpd="sng" algn="ctr">
                      <a:solidFill>
                        <a:srgbClr val="E97132"/>
                      </a:solidFill>
                      <a:prstDash val="solid"/>
                      <a:round/>
                      <a:headEnd type="none" w="med" len="med"/>
                      <a:tailEnd type="none" w="med" len="med"/>
                    </a:lnB>
                    <a:noFill/>
                  </a:tcPr>
                </a:tc>
                <a:tc>
                  <a:txBody>
                    <a:bodyPr/>
                    <a:lstStyle/>
                    <a:p>
                      <a:pPr algn="l" fontAlgn="b"/>
                      <a:r>
                        <a:rPr lang="en-GB" sz="2000" b="0" i="0" u="none" strike="noStrike">
                          <a:solidFill>
                            <a:srgbClr val="000000"/>
                          </a:solidFill>
                          <a:effectLst/>
                          <a:latin typeface="Aptos Narrow" panose="020B0004020202020204" pitchFamily="34" charset="0"/>
                        </a:rPr>
                        <a:t>16</a:t>
                      </a:r>
                    </a:p>
                  </a:txBody>
                  <a:tcPr marL="9525" marR="9525" marT="9525" marB="0" anchor="b">
                    <a:lnL w="6350" cap="flat" cmpd="sng" algn="ctr">
                      <a:solidFill>
                        <a:srgbClr val="E97132"/>
                      </a:solidFill>
                      <a:prstDash val="solid"/>
                      <a:round/>
                      <a:headEnd type="none" w="med" len="med"/>
                      <a:tailEnd type="none" w="med" len="med"/>
                    </a:lnL>
                    <a:lnR w="6350" cap="flat" cmpd="sng" algn="ctr">
                      <a:solidFill>
                        <a:srgbClr val="E97132"/>
                      </a:solidFill>
                      <a:prstDash val="solid"/>
                      <a:round/>
                      <a:headEnd type="none" w="med" len="med"/>
                      <a:tailEnd type="none" w="med" len="med"/>
                    </a:lnR>
                    <a:lnT w="6350" cap="flat" cmpd="sng" algn="ctr">
                      <a:solidFill>
                        <a:srgbClr val="E97132"/>
                      </a:solidFill>
                      <a:prstDash val="solid"/>
                      <a:round/>
                      <a:headEnd type="none" w="med" len="med"/>
                      <a:tailEnd type="none" w="med" len="med"/>
                    </a:lnT>
                    <a:lnB w="6350" cap="flat" cmpd="sng" algn="ctr">
                      <a:solidFill>
                        <a:srgbClr val="E97132"/>
                      </a:solidFill>
                      <a:prstDash val="solid"/>
                      <a:round/>
                      <a:headEnd type="none" w="med" len="med"/>
                      <a:tailEnd type="none" w="med" len="med"/>
                    </a:lnB>
                    <a:noFill/>
                  </a:tcPr>
                </a:tc>
                <a:tc>
                  <a:txBody>
                    <a:bodyPr/>
                    <a:lstStyle/>
                    <a:p>
                      <a:pPr algn="l" fontAlgn="b"/>
                      <a:r>
                        <a:rPr lang="en-GB" sz="2000" b="0" i="0" u="none" strike="noStrike" dirty="0">
                          <a:solidFill>
                            <a:srgbClr val="000000"/>
                          </a:solidFill>
                          <a:effectLst/>
                          <a:latin typeface="Aptos Narrow" panose="020B0004020202020204" pitchFamily="34" charset="0"/>
                        </a:rPr>
                        <a:t>17.39</a:t>
                      </a:r>
                    </a:p>
                  </a:txBody>
                  <a:tcPr marL="9525" marR="9525" marT="9525" marB="0" anchor="b">
                    <a:lnL w="6350" cap="flat" cmpd="sng" algn="ctr">
                      <a:solidFill>
                        <a:srgbClr val="E97132"/>
                      </a:solidFill>
                      <a:prstDash val="solid"/>
                      <a:round/>
                      <a:headEnd type="none" w="med" len="med"/>
                      <a:tailEnd type="none" w="med" len="med"/>
                    </a:lnL>
                    <a:lnR w="6350" cap="flat" cmpd="sng" algn="ctr">
                      <a:solidFill>
                        <a:srgbClr val="E97132"/>
                      </a:solidFill>
                      <a:prstDash val="solid"/>
                      <a:round/>
                      <a:headEnd type="none" w="med" len="med"/>
                      <a:tailEnd type="none" w="med" len="med"/>
                    </a:lnR>
                    <a:lnT w="6350" cap="flat" cmpd="sng" algn="ctr">
                      <a:solidFill>
                        <a:srgbClr val="E97132"/>
                      </a:solidFill>
                      <a:prstDash val="solid"/>
                      <a:round/>
                      <a:headEnd type="none" w="med" len="med"/>
                      <a:tailEnd type="none" w="med" len="med"/>
                    </a:lnT>
                    <a:lnB w="6350" cap="flat" cmpd="sng" algn="ctr">
                      <a:solidFill>
                        <a:srgbClr val="E97132"/>
                      </a:solidFill>
                      <a:prstDash val="solid"/>
                      <a:round/>
                      <a:headEnd type="none" w="med" len="med"/>
                      <a:tailEnd type="none" w="med" len="med"/>
                    </a:lnB>
                    <a:noFill/>
                  </a:tcPr>
                </a:tc>
                <a:extLst>
                  <a:ext uri="{0D108BD9-81ED-4DB2-BD59-A6C34878D82A}">
                    <a16:rowId xmlns:a16="http://schemas.microsoft.com/office/drawing/2014/main" val="444373516"/>
                  </a:ext>
                </a:extLst>
              </a:tr>
              <a:tr h="401198">
                <a:tc>
                  <a:txBody>
                    <a:bodyPr/>
                    <a:lstStyle/>
                    <a:p>
                      <a:pPr algn="l" fontAlgn="b"/>
                      <a:r>
                        <a:rPr lang="en-GB" sz="2000" b="0" i="0" u="none" strike="noStrike" dirty="0">
                          <a:solidFill>
                            <a:srgbClr val="000000"/>
                          </a:solidFill>
                          <a:effectLst/>
                          <a:latin typeface="Aptos Narrow" panose="020B0004020202020204" pitchFamily="34" charset="0"/>
                        </a:rPr>
                        <a:t>Peripherals</a:t>
                      </a:r>
                    </a:p>
                  </a:txBody>
                  <a:tcPr marL="9525" marR="9525" marT="9525" marB="0" anchor="b">
                    <a:lnL w="6350" cap="flat" cmpd="sng" algn="ctr">
                      <a:solidFill>
                        <a:srgbClr val="E97132"/>
                      </a:solidFill>
                      <a:prstDash val="solid"/>
                      <a:round/>
                      <a:headEnd type="none" w="med" len="med"/>
                      <a:tailEnd type="none" w="med" len="med"/>
                    </a:lnL>
                    <a:lnR w="6350" cap="flat" cmpd="sng" algn="ctr">
                      <a:solidFill>
                        <a:srgbClr val="E97132"/>
                      </a:solidFill>
                      <a:prstDash val="solid"/>
                      <a:round/>
                      <a:headEnd type="none" w="med" len="med"/>
                      <a:tailEnd type="none" w="med" len="med"/>
                    </a:lnR>
                    <a:lnT w="6350" cap="flat" cmpd="sng" algn="ctr">
                      <a:solidFill>
                        <a:srgbClr val="E97132"/>
                      </a:solidFill>
                      <a:prstDash val="solid"/>
                      <a:round/>
                      <a:headEnd type="none" w="med" len="med"/>
                      <a:tailEnd type="none" w="med" len="med"/>
                    </a:lnT>
                    <a:lnB w="6350" cap="flat" cmpd="sng" algn="ctr">
                      <a:solidFill>
                        <a:srgbClr val="E97132"/>
                      </a:solidFill>
                      <a:prstDash val="solid"/>
                      <a:round/>
                      <a:headEnd type="none" w="med" len="med"/>
                      <a:tailEnd type="none" w="med" len="med"/>
                    </a:lnB>
                    <a:solidFill>
                      <a:srgbClr val="FBE2D5"/>
                    </a:solidFill>
                  </a:tcPr>
                </a:tc>
                <a:tc>
                  <a:txBody>
                    <a:bodyPr/>
                    <a:lstStyle/>
                    <a:p>
                      <a:pPr algn="l" fontAlgn="b"/>
                      <a:r>
                        <a:rPr lang="en-GB" sz="2000" b="0" i="0" u="none" strike="noStrike">
                          <a:solidFill>
                            <a:srgbClr val="000000"/>
                          </a:solidFill>
                          <a:effectLst/>
                          <a:latin typeface="Aptos Narrow" panose="020B0004020202020204" pitchFamily="34" charset="0"/>
                        </a:rPr>
                        <a:t>59</a:t>
                      </a:r>
                    </a:p>
                  </a:txBody>
                  <a:tcPr marL="9525" marR="9525" marT="9525" marB="0" anchor="b">
                    <a:lnL w="6350" cap="flat" cmpd="sng" algn="ctr">
                      <a:solidFill>
                        <a:srgbClr val="E97132"/>
                      </a:solidFill>
                      <a:prstDash val="solid"/>
                      <a:round/>
                      <a:headEnd type="none" w="med" len="med"/>
                      <a:tailEnd type="none" w="med" len="med"/>
                    </a:lnL>
                    <a:lnR w="6350" cap="flat" cmpd="sng" algn="ctr">
                      <a:solidFill>
                        <a:srgbClr val="E97132"/>
                      </a:solidFill>
                      <a:prstDash val="solid"/>
                      <a:round/>
                      <a:headEnd type="none" w="med" len="med"/>
                      <a:tailEnd type="none" w="med" len="med"/>
                    </a:lnR>
                    <a:lnT w="6350" cap="flat" cmpd="sng" algn="ctr">
                      <a:solidFill>
                        <a:srgbClr val="E97132"/>
                      </a:solidFill>
                      <a:prstDash val="solid"/>
                      <a:round/>
                      <a:headEnd type="none" w="med" len="med"/>
                      <a:tailEnd type="none" w="med" len="med"/>
                    </a:lnT>
                    <a:lnB w="6350" cap="flat" cmpd="sng" algn="ctr">
                      <a:solidFill>
                        <a:srgbClr val="E97132"/>
                      </a:solidFill>
                      <a:prstDash val="solid"/>
                      <a:round/>
                      <a:headEnd type="none" w="med" len="med"/>
                      <a:tailEnd type="none" w="med" len="med"/>
                    </a:lnB>
                    <a:solidFill>
                      <a:srgbClr val="FBE2D5"/>
                    </a:solidFill>
                  </a:tcPr>
                </a:tc>
                <a:tc>
                  <a:txBody>
                    <a:bodyPr/>
                    <a:lstStyle/>
                    <a:p>
                      <a:pPr algn="l" fontAlgn="b"/>
                      <a:r>
                        <a:rPr lang="en-GB" sz="2000" b="0" i="0" u="none" strike="noStrike">
                          <a:solidFill>
                            <a:srgbClr val="000000"/>
                          </a:solidFill>
                          <a:effectLst/>
                          <a:latin typeface="Aptos Narrow" panose="020B0004020202020204" pitchFamily="34" charset="0"/>
                        </a:rPr>
                        <a:t>75</a:t>
                      </a:r>
                    </a:p>
                  </a:txBody>
                  <a:tcPr marL="9525" marR="9525" marT="9525" marB="0" anchor="b">
                    <a:lnL w="6350" cap="flat" cmpd="sng" algn="ctr">
                      <a:solidFill>
                        <a:srgbClr val="E97132"/>
                      </a:solidFill>
                      <a:prstDash val="solid"/>
                      <a:round/>
                      <a:headEnd type="none" w="med" len="med"/>
                      <a:tailEnd type="none" w="med" len="med"/>
                    </a:lnL>
                    <a:lnR w="6350" cap="flat" cmpd="sng" algn="ctr">
                      <a:solidFill>
                        <a:srgbClr val="E97132"/>
                      </a:solidFill>
                      <a:prstDash val="solid"/>
                      <a:round/>
                      <a:headEnd type="none" w="med" len="med"/>
                      <a:tailEnd type="none" w="med" len="med"/>
                    </a:lnR>
                    <a:lnT w="6350" cap="flat" cmpd="sng" algn="ctr">
                      <a:solidFill>
                        <a:srgbClr val="E97132"/>
                      </a:solidFill>
                      <a:prstDash val="solid"/>
                      <a:round/>
                      <a:headEnd type="none" w="med" len="med"/>
                      <a:tailEnd type="none" w="med" len="med"/>
                    </a:lnT>
                    <a:lnB w="6350" cap="flat" cmpd="sng" algn="ctr">
                      <a:solidFill>
                        <a:srgbClr val="E97132"/>
                      </a:solidFill>
                      <a:prstDash val="solid"/>
                      <a:round/>
                      <a:headEnd type="none" w="med" len="med"/>
                      <a:tailEnd type="none" w="med" len="med"/>
                    </a:lnB>
                    <a:solidFill>
                      <a:srgbClr val="FBE2D5"/>
                    </a:solidFill>
                  </a:tcPr>
                </a:tc>
                <a:tc>
                  <a:txBody>
                    <a:bodyPr/>
                    <a:lstStyle/>
                    <a:p>
                      <a:pPr algn="l" fontAlgn="b"/>
                      <a:r>
                        <a:rPr lang="en-GB" sz="2000" b="0" i="0" u="none" strike="noStrike">
                          <a:solidFill>
                            <a:srgbClr val="000000"/>
                          </a:solidFill>
                          <a:effectLst/>
                          <a:latin typeface="Aptos Narrow" panose="020B0004020202020204" pitchFamily="34" charset="0"/>
                        </a:rPr>
                        <a:t>16</a:t>
                      </a:r>
                    </a:p>
                  </a:txBody>
                  <a:tcPr marL="9525" marR="9525" marT="9525" marB="0" anchor="b">
                    <a:lnL w="6350" cap="flat" cmpd="sng" algn="ctr">
                      <a:solidFill>
                        <a:srgbClr val="E97132"/>
                      </a:solidFill>
                      <a:prstDash val="solid"/>
                      <a:round/>
                      <a:headEnd type="none" w="med" len="med"/>
                      <a:tailEnd type="none" w="med" len="med"/>
                    </a:lnL>
                    <a:lnR w="6350" cap="flat" cmpd="sng" algn="ctr">
                      <a:solidFill>
                        <a:srgbClr val="E97132"/>
                      </a:solidFill>
                      <a:prstDash val="solid"/>
                      <a:round/>
                      <a:headEnd type="none" w="med" len="med"/>
                      <a:tailEnd type="none" w="med" len="med"/>
                    </a:lnR>
                    <a:lnT w="6350" cap="flat" cmpd="sng" algn="ctr">
                      <a:solidFill>
                        <a:srgbClr val="E97132"/>
                      </a:solidFill>
                      <a:prstDash val="solid"/>
                      <a:round/>
                      <a:headEnd type="none" w="med" len="med"/>
                      <a:tailEnd type="none" w="med" len="med"/>
                    </a:lnT>
                    <a:lnB w="6350" cap="flat" cmpd="sng" algn="ctr">
                      <a:solidFill>
                        <a:srgbClr val="E97132"/>
                      </a:solidFill>
                      <a:prstDash val="solid"/>
                      <a:round/>
                      <a:headEnd type="none" w="med" len="med"/>
                      <a:tailEnd type="none" w="med" len="med"/>
                    </a:lnB>
                    <a:solidFill>
                      <a:srgbClr val="FBE2D5"/>
                    </a:solidFill>
                  </a:tcPr>
                </a:tc>
                <a:tc>
                  <a:txBody>
                    <a:bodyPr/>
                    <a:lstStyle/>
                    <a:p>
                      <a:pPr algn="l" fontAlgn="b"/>
                      <a:r>
                        <a:rPr lang="en-GB" sz="2000" b="0" i="0" u="none" strike="noStrike" dirty="0">
                          <a:solidFill>
                            <a:srgbClr val="000000"/>
                          </a:solidFill>
                          <a:effectLst/>
                          <a:latin typeface="Aptos Narrow" panose="020B0004020202020204" pitchFamily="34" charset="0"/>
                        </a:rPr>
                        <a:t>27.12</a:t>
                      </a:r>
                    </a:p>
                  </a:txBody>
                  <a:tcPr marL="9525" marR="9525" marT="9525" marB="0" anchor="b">
                    <a:lnL w="6350" cap="flat" cmpd="sng" algn="ctr">
                      <a:solidFill>
                        <a:srgbClr val="E97132"/>
                      </a:solidFill>
                      <a:prstDash val="solid"/>
                      <a:round/>
                      <a:headEnd type="none" w="med" len="med"/>
                      <a:tailEnd type="none" w="med" len="med"/>
                    </a:lnL>
                    <a:lnR w="6350" cap="flat" cmpd="sng" algn="ctr">
                      <a:solidFill>
                        <a:srgbClr val="E97132"/>
                      </a:solidFill>
                      <a:prstDash val="solid"/>
                      <a:round/>
                      <a:headEnd type="none" w="med" len="med"/>
                      <a:tailEnd type="none" w="med" len="med"/>
                    </a:lnR>
                    <a:lnT w="6350" cap="flat" cmpd="sng" algn="ctr">
                      <a:solidFill>
                        <a:srgbClr val="E97132"/>
                      </a:solidFill>
                      <a:prstDash val="solid"/>
                      <a:round/>
                      <a:headEnd type="none" w="med" len="med"/>
                      <a:tailEnd type="none" w="med" len="med"/>
                    </a:lnT>
                    <a:lnB w="6350" cap="flat" cmpd="sng" algn="ctr">
                      <a:solidFill>
                        <a:srgbClr val="E97132"/>
                      </a:solidFill>
                      <a:prstDash val="solid"/>
                      <a:round/>
                      <a:headEnd type="none" w="med" len="med"/>
                      <a:tailEnd type="none" w="med" len="med"/>
                    </a:lnB>
                    <a:solidFill>
                      <a:srgbClr val="FBE2D5"/>
                    </a:solidFill>
                  </a:tcPr>
                </a:tc>
                <a:extLst>
                  <a:ext uri="{0D108BD9-81ED-4DB2-BD59-A6C34878D82A}">
                    <a16:rowId xmlns:a16="http://schemas.microsoft.com/office/drawing/2014/main" val="1744089838"/>
                  </a:ext>
                </a:extLst>
              </a:tr>
              <a:tr h="401198">
                <a:tc>
                  <a:txBody>
                    <a:bodyPr/>
                    <a:lstStyle/>
                    <a:p>
                      <a:pPr algn="l" fontAlgn="b"/>
                      <a:r>
                        <a:rPr lang="en-GB" sz="2000" b="0" i="0" u="none" strike="noStrike">
                          <a:solidFill>
                            <a:srgbClr val="000000"/>
                          </a:solidFill>
                          <a:effectLst/>
                          <a:latin typeface="Aptos Narrow" panose="020B0004020202020204" pitchFamily="34" charset="0"/>
                        </a:rPr>
                        <a:t>Desktop</a:t>
                      </a:r>
                    </a:p>
                  </a:txBody>
                  <a:tcPr marL="9525" marR="9525" marT="9525" marB="0" anchor="b">
                    <a:lnL w="6350" cap="flat" cmpd="sng" algn="ctr">
                      <a:solidFill>
                        <a:srgbClr val="E97132"/>
                      </a:solidFill>
                      <a:prstDash val="solid"/>
                      <a:round/>
                      <a:headEnd type="none" w="med" len="med"/>
                      <a:tailEnd type="none" w="med" len="med"/>
                    </a:lnL>
                    <a:lnR w="6350" cap="flat" cmpd="sng" algn="ctr">
                      <a:solidFill>
                        <a:srgbClr val="E97132"/>
                      </a:solidFill>
                      <a:prstDash val="solid"/>
                      <a:round/>
                      <a:headEnd type="none" w="med" len="med"/>
                      <a:tailEnd type="none" w="med" len="med"/>
                    </a:lnR>
                    <a:lnT w="6350" cap="flat" cmpd="sng" algn="ctr">
                      <a:solidFill>
                        <a:srgbClr val="E97132"/>
                      </a:solidFill>
                      <a:prstDash val="solid"/>
                      <a:round/>
                      <a:headEnd type="none" w="med" len="med"/>
                      <a:tailEnd type="none" w="med" len="med"/>
                    </a:lnT>
                    <a:lnB w="6350" cap="flat" cmpd="sng" algn="ctr">
                      <a:solidFill>
                        <a:srgbClr val="E97132"/>
                      </a:solidFill>
                      <a:prstDash val="solid"/>
                      <a:round/>
                      <a:headEnd type="none" w="med" len="med"/>
                      <a:tailEnd type="none" w="med" len="med"/>
                    </a:lnB>
                    <a:noFill/>
                  </a:tcPr>
                </a:tc>
                <a:tc>
                  <a:txBody>
                    <a:bodyPr/>
                    <a:lstStyle/>
                    <a:p>
                      <a:pPr algn="l" fontAlgn="b"/>
                      <a:r>
                        <a:rPr lang="en-GB" sz="2000" b="0" i="0" u="none" strike="noStrike">
                          <a:solidFill>
                            <a:srgbClr val="000000"/>
                          </a:solidFill>
                          <a:effectLst/>
                          <a:latin typeface="Aptos Narrow" panose="020B0004020202020204" pitchFamily="34" charset="0"/>
                        </a:rPr>
                        <a:t>7</a:t>
                      </a:r>
                    </a:p>
                  </a:txBody>
                  <a:tcPr marL="9525" marR="9525" marT="9525" marB="0" anchor="b">
                    <a:lnL w="6350" cap="flat" cmpd="sng" algn="ctr">
                      <a:solidFill>
                        <a:srgbClr val="E97132"/>
                      </a:solidFill>
                      <a:prstDash val="solid"/>
                      <a:round/>
                      <a:headEnd type="none" w="med" len="med"/>
                      <a:tailEnd type="none" w="med" len="med"/>
                    </a:lnL>
                    <a:lnR w="6350" cap="flat" cmpd="sng" algn="ctr">
                      <a:solidFill>
                        <a:srgbClr val="E97132"/>
                      </a:solidFill>
                      <a:prstDash val="solid"/>
                      <a:round/>
                      <a:headEnd type="none" w="med" len="med"/>
                      <a:tailEnd type="none" w="med" len="med"/>
                    </a:lnR>
                    <a:lnT w="6350" cap="flat" cmpd="sng" algn="ctr">
                      <a:solidFill>
                        <a:srgbClr val="E97132"/>
                      </a:solidFill>
                      <a:prstDash val="solid"/>
                      <a:round/>
                      <a:headEnd type="none" w="med" len="med"/>
                      <a:tailEnd type="none" w="med" len="med"/>
                    </a:lnT>
                    <a:lnB w="6350" cap="flat" cmpd="sng" algn="ctr">
                      <a:solidFill>
                        <a:srgbClr val="E97132"/>
                      </a:solidFill>
                      <a:prstDash val="solid"/>
                      <a:round/>
                      <a:headEnd type="none" w="med" len="med"/>
                      <a:tailEnd type="none" w="med" len="med"/>
                    </a:lnB>
                    <a:noFill/>
                  </a:tcPr>
                </a:tc>
                <a:tc>
                  <a:txBody>
                    <a:bodyPr/>
                    <a:lstStyle/>
                    <a:p>
                      <a:pPr algn="l" fontAlgn="b"/>
                      <a:r>
                        <a:rPr lang="en-GB" sz="2000" b="0" i="0" u="none" strike="noStrike">
                          <a:solidFill>
                            <a:srgbClr val="000000"/>
                          </a:solidFill>
                          <a:effectLst/>
                          <a:latin typeface="Aptos Narrow" panose="020B0004020202020204" pitchFamily="34" charset="0"/>
                        </a:rPr>
                        <a:t>22</a:t>
                      </a:r>
                    </a:p>
                  </a:txBody>
                  <a:tcPr marL="9525" marR="9525" marT="9525" marB="0" anchor="b">
                    <a:lnL w="6350" cap="flat" cmpd="sng" algn="ctr">
                      <a:solidFill>
                        <a:srgbClr val="E97132"/>
                      </a:solidFill>
                      <a:prstDash val="solid"/>
                      <a:round/>
                      <a:headEnd type="none" w="med" len="med"/>
                      <a:tailEnd type="none" w="med" len="med"/>
                    </a:lnL>
                    <a:lnR w="6350" cap="flat" cmpd="sng" algn="ctr">
                      <a:solidFill>
                        <a:srgbClr val="E97132"/>
                      </a:solidFill>
                      <a:prstDash val="solid"/>
                      <a:round/>
                      <a:headEnd type="none" w="med" len="med"/>
                      <a:tailEnd type="none" w="med" len="med"/>
                    </a:lnR>
                    <a:lnT w="6350" cap="flat" cmpd="sng" algn="ctr">
                      <a:solidFill>
                        <a:srgbClr val="E97132"/>
                      </a:solidFill>
                      <a:prstDash val="solid"/>
                      <a:round/>
                      <a:headEnd type="none" w="med" len="med"/>
                      <a:tailEnd type="none" w="med" len="med"/>
                    </a:lnT>
                    <a:lnB w="6350" cap="flat" cmpd="sng" algn="ctr">
                      <a:solidFill>
                        <a:srgbClr val="E97132"/>
                      </a:solidFill>
                      <a:prstDash val="solid"/>
                      <a:round/>
                      <a:headEnd type="none" w="med" len="med"/>
                      <a:tailEnd type="none" w="med" len="med"/>
                    </a:lnB>
                    <a:noFill/>
                  </a:tcPr>
                </a:tc>
                <a:tc>
                  <a:txBody>
                    <a:bodyPr/>
                    <a:lstStyle/>
                    <a:p>
                      <a:pPr algn="l" fontAlgn="b"/>
                      <a:r>
                        <a:rPr lang="en-GB" sz="2000" b="0" i="0" u="none" strike="noStrike">
                          <a:solidFill>
                            <a:srgbClr val="000000"/>
                          </a:solidFill>
                          <a:effectLst/>
                          <a:latin typeface="Aptos Narrow" panose="020B0004020202020204" pitchFamily="34" charset="0"/>
                        </a:rPr>
                        <a:t>15</a:t>
                      </a:r>
                    </a:p>
                  </a:txBody>
                  <a:tcPr marL="9525" marR="9525" marT="9525" marB="0" anchor="b">
                    <a:lnL w="6350" cap="flat" cmpd="sng" algn="ctr">
                      <a:solidFill>
                        <a:srgbClr val="E97132"/>
                      </a:solidFill>
                      <a:prstDash val="solid"/>
                      <a:round/>
                      <a:headEnd type="none" w="med" len="med"/>
                      <a:tailEnd type="none" w="med" len="med"/>
                    </a:lnL>
                    <a:lnR w="6350" cap="flat" cmpd="sng" algn="ctr">
                      <a:solidFill>
                        <a:srgbClr val="E97132"/>
                      </a:solidFill>
                      <a:prstDash val="solid"/>
                      <a:round/>
                      <a:headEnd type="none" w="med" len="med"/>
                      <a:tailEnd type="none" w="med" len="med"/>
                    </a:lnR>
                    <a:lnT w="6350" cap="flat" cmpd="sng" algn="ctr">
                      <a:solidFill>
                        <a:srgbClr val="E97132"/>
                      </a:solidFill>
                      <a:prstDash val="solid"/>
                      <a:round/>
                      <a:headEnd type="none" w="med" len="med"/>
                      <a:tailEnd type="none" w="med" len="med"/>
                    </a:lnT>
                    <a:lnB w="6350" cap="flat" cmpd="sng" algn="ctr">
                      <a:solidFill>
                        <a:srgbClr val="E97132"/>
                      </a:solidFill>
                      <a:prstDash val="solid"/>
                      <a:round/>
                      <a:headEnd type="none" w="med" len="med"/>
                      <a:tailEnd type="none" w="med" len="med"/>
                    </a:lnB>
                    <a:noFill/>
                  </a:tcPr>
                </a:tc>
                <a:tc>
                  <a:txBody>
                    <a:bodyPr/>
                    <a:lstStyle/>
                    <a:p>
                      <a:pPr algn="l" fontAlgn="b"/>
                      <a:r>
                        <a:rPr lang="en-GB" sz="2000" b="0" i="0" u="none" strike="noStrike" dirty="0">
                          <a:solidFill>
                            <a:srgbClr val="000000"/>
                          </a:solidFill>
                          <a:effectLst/>
                          <a:latin typeface="Aptos Narrow" panose="020B0004020202020204" pitchFamily="34" charset="0"/>
                        </a:rPr>
                        <a:t>214.29</a:t>
                      </a:r>
                    </a:p>
                  </a:txBody>
                  <a:tcPr marL="9525" marR="9525" marT="9525" marB="0" anchor="b">
                    <a:lnL w="6350" cap="flat" cmpd="sng" algn="ctr">
                      <a:solidFill>
                        <a:srgbClr val="E97132"/>
                      </a:solidFill>
                      <a:prstDash val="solid"/>
                      <a:round/>
                      <a:headEnd type="none" w="med" len="med"/>
                      <a:tailEnd type="none" w="med" len="med"/>
                    </a:lnL>
                    <a:lnR w="6350" cap="flat" cmpd="sng" algn="ctr">
                      <a:solidFill>
                        <a:srgbClr val="E97132"/>
                      </a:solidFill>
                      <a:prstDash val="solid"/>
                      <a:round/>
                      <a:headEnd type="none" w="med" len="med"/>
                      <a:tailEnd type="none" w="med" len="med"/>
                    </a:lnR>
                    <a:lnT w="6350" cap="flat" cmpd="sng" algn="ctr">
                      <a:solidFill>
                        <a:srgbClr val="E97132"/>
                      </a:solidFill>
                      <a:prstDash val="solid"/>
                      <a:round/>
                      <a:headEnd type="none" w="med" len="med"/>
                      <a:tailEnd type="none" w="med" len="med"/>
                    </a:lnT>
                    <a:lnB w="6350" cap="flat" cmpd="sng" algn="ctr">
                      <a:solidFill>
                        <a:srgbClr val="E97132"/>
                      </a:solidFill>
                      <a:prstDash val="solid"/>
                      <a:round/>
                      <a:headEnd type="none" w="med" len="med"/>
                      <a:tailEnd type="none" w="med" len="med"/>
                    </a:lnB>
                    <a:noFill/>
                  </a:tcPr>
                </a:tc>
                <a:extLst>
                  <a:ext uri="{0D108BD9-81ED-4DB2-BD59-A6C34878D82A}">
                    <a16:rowId xmlns:a16="http://schemas.microsoft.com/office/drawing/2014/main" val="494257996"/>
                  </a:ext>
                </a:extLst>
              </a:tr>
              <a:tr h="401198">
                <a:tc>
                  <a:txBody>
                    <a:bodyPr/>
                    <a:lstStyle/>
                    <a:p>
                      <a:pPr algn="l" fontAlgn="b"/>
                      <a:r>
                        <a:rPr lang="en-GB" sz="2000" b="0" i="0" u="none" strike="noStrike">
                          <a:solidFill>
                            <a:srgbClr val="000000"/>
                          </a:solidFill>
                          <a:effectLst/>
                          <a:latin typeface="Aptos Narrow" panose="020B0004020202020204" pitchFamily="34" charset="0"/>
                        </a:rPr>
                        <a:t>Storage</a:t>
                      </a:r>
                    </a:p>
                  </a:txBody>
                  <a:tcPr marL="9525" marR="9525" marT="9525" marB="0" anchor="b">
                    <a:lnL w="6350" cap="flat" cmpd="sng" algn="ctr">
                      <a:solidFill>
                        <a:srgbClr val="E97132"/>
                      </a:solidFill>
                      <a:prstDash val="solid"/>
                      <a:round/>
                      <a:headEnd type="none" w="med" len="med"/>
                      <a:tailEnd type="none" w="med" len="med"/>
                    </a:lnL>
                    <a:lnR w="6350" cap="flat" cmpd="sng" algn="ctr">
                      <a:solidFill>
                        <a:srgbClr val="E97132"/>
                      </a:solidFill>
                      <a:prstDash val="solid"/>
                      <a:round/>
                      <a:headEnd type="none" w="med" len="med"/>
                      <a:tailEnd type="none" w="med" len="med"/>
                    </a:lnR>
                    <a:lnT w="6350" cap="flat" cmpd="sng" algn="ctr">
                      <a:solidFill>
                        <a:srgbClr val="E97132"/>
                      </a:solidFill>
                      <a:prstDash val="solid"/>
                      <a:round/>
                      <a:headEnd type="none" w="med" len="med"/>
                      <a:tailEnd type="none" w="med" len="med"/>
                    </a:lnT>
                    <a:lnB w="6350" cap="flat" cmpd="sng" algn="ctr">
                      <a:solidFill>
                        <a:srgbClr val="E97132"/>
                      </a:solidFill>
                      <a:prstDash val="solid"/>
                      <a:round/>
                      <a:headEnd type="none" w="med" len="med"/>
                      <a:tailEnd type="none" w="med" len="med"/>
                    </a:lnB>
                    <a:solidFill>
                      <a:srgbClr val="FBE2D5"/>
                    </a:solidFill>
                  </a:tcPr>
                </a:tc>
                <a:tc>
                  <a:txBody>
                    <a:bodyPr/>
                    <a:lstStyle/>
                    <a:p>
                      <a:pPr algn="l" fontAlgn="b"/>
                      <a:r>
                        <a:rPr lang="en-GB" sz="2000" b="0" i="0" u="none" strike="noStrike">
                          <a:solidFill>
                            <a:srgbClr val="000000"/>
                          </a:solidFill>
                          <a:effectLst/>
                          <a:latin typeface="Aptos Narrow" panose="020B0004020202020204" pitchFamily="34" charset="0"/>
                        </a:rPr>
                        <a:t>12</a:t>
                      </a:r>
                    </a:p>
                  </a:txBody>
                  <a:tcPr marL="9525" marR="9525" marT="9525" marB="0" anchor="b">
                    <a:lnL w="6350" cap="flat" cmpd="sng" algn="ctr">
                      <a:solidFill>
                        <a:srgbClr val="E97132"/>
                      </a:solidFill>
                      <a:prstDash val="solid"/>
                      <a:round/>
                      <a:headEnd type="none" w="med" len="med"/>
                      <a:tailEnd type="none" w="med" len="med"/>
                    </a:lnL>
                    <a:lnR w="6350" cap="flat" cmpd="sng" algn="ctr">
                      <a:solidFill>
                        <a:srgbClr val="E97132"/>
                      </a:solidFill>
                      <a:prstDash val="solid"/>
                      <a:round/>
                      <a:headEnd type="none" w="med" len="med"/>
                      <a:tailEnd type="none" w="med" len="med"/>
                    </a:lnR>
                    <a:lnT w="6350" cap="flat" cmpd="sng" algn="ctr">
                      <a:solidFill>
                        <a:srgbClr val="E97132"/>
                      </a:solidFill>
                      <a:prstDash val="solid"/>
                      <a:round/>
                      <a:headEnd type="none" w="med" len="med"/>
                      <a:tailEnd type="none" w="med" len="med"/>
                    </a:lnT>
                    <a:lnB w="6350" cap="flat" cmpd="sng" algn="ctr">
                      <a:solidFill>
                        <a:srgbClr val="E97132"/>
                      </a:solidFill>
                      <a:prstDash val="solid"/>
                      <a:round/>
                      <a:headEnd type="none" w="med" len="med"/>
                      <a:tailEnd type="none" w="med" len="med"/>
                    </a:lnB>
                    <a:solidFill>
                      <a:srgbClr val="FBE2D5"/>
                    </a:solidFill>
                  </a:tcPr>
                </a:tc>
                <a:tc>
                  <a:txBody>
                    <a:bodyPr/>
                    <a:lstStyle/>
                    <a:p>
                      <a:pPr algn="l" fontAlgn="b"/>
                      <a:r>
                        <a:rPr lang="en-GB" sz="2000" b="0" i="0" u="none" strike="noStrike">
                          <a:solidFill>
                            <a:srgbClr val="000000"/>
                          </a:solidFill>
                          <a:effectLst/>
                          <a:latin typeface="Aptos Narrow" panose="020B0004020202020204" pitchFamily="34" charset="0"/>
                        </a:rPr>
                        <a:t>17</a:t>
                      </a:r>
                    </a:p>
                  </a:txBody>
                  <a:tcPr marL="9525" marR="9525" marT="9525" marB="0" anchor="b">
                    <a:lnL w="6350" cap="flat" cmpd="sng" algn="ctr">
                      <a:solidFill>
                        <a:srgbClr val="E97132"/>
                      </a:solidFill>
                      <a:prstDash val="solid"/>
                      <a:round/>
                      <a:headEnd type="none" w="med" len="med"/>
                      <a:tailEnd type="none" w="med" len="med"/>
                    </a:lnL>
                    <a:lnR w="6350" cap="flat" cmpd="sng" algn="ctr">
                      <a:solidFill>
                        <a:srgbClr val="E97132"/>
                      </a:solidFill>
                      <a:prstDash val="solid"/>
                      <a:round/>
                      <a:headEnd type="none" w="med" len="med"/>
                      <a:tailEnd type="none" w="med" len="med"/>
                    </a:lnR>
                    <a:lnT w="6350" cap="flat" cmpd="sng" algn="ctr">
                      <a:solidFill>
                        <a:srgbClr val="E97132"/>
                      </a:solidFill>
                      <a:prstDash val="solid"/>
                      <a:round/>
                      <a:headEnd type="none" w="med" len="med"/>
                      <a:tailEnd type="none" w="med" len="med"/>
                    </a:lnT>
                    <a:lnB w="6350" cap="flat" cmpd="sng" algn="ctr">
                      <a:solidFill>
                        <a:srgbClr val="E97132"/>
                      </a:solidFill>
                      <a:prstDash val="solid"/>
                      <a:round/>
                      <a:headEnd type="none" w="med" len="med"/>
                      <a:tailEnd type="none" w="med" len="med"/>
                    </a:lnB>
                    <a:solidFill>
                      <a:srgbClr val="FBE2D5"/>
                    </a:solidFill>
                  </a:tcPr>
                </a:tc>
                <a:tc>
                  <a:txBody>
                    <a:bodyPr/>
                    <a:lstStyle/>
                    <a:p>
                      <a:pPr algn="l" fontAlgn="b"/>
                      <a:r>
                        <a:rPr lang="en-GB" sz="2000" b="0" i="0" u="none" strike="noStrike">
                          <a:solidFill>
                            <a:srgbClr val="000000"/>
                          </a:solidFill>
                          <a:effectLst/>
                          <a:latin typeface="Aptos Narrow" panose="020B0004020202020204" pitchFamily="34" charset="0"/>
                        </a:rPr>
                        <a:t>5</a:t>
                      </a:r>
                    </a:p>
                  </a:txBody>
                  <a:tcPr marL="9525" marR="9525" marT="9525" marB="0" anchor="b">
                    <a:lnL w="6350" cap="flat" cmpd="sng" algn="ctr">
                      <a:solidFill>
                        <a:srgbClr val="E97132"/>
                      </a:solidFill>
                      <a:prstDash val="solid"/>
                      <a:round/>
                      <a:headEnd type="none" w="med" len="med"/>
                      <a:tailEnd type="none" w="med" len="med"/>
                    </a:lnL>
                    <a:lnR w="6350" cap="flat" cmpd="sng" algn="ctr">
                      <a:solidFill>
                        <a:srgbClr val="E97132"/>
                      </a:solidFill>
                      <a:prstDash val="solid"/>
                      <a:round/>
                      <a:headEnd type="none" w="med" len="med"/>
                      <a:tailEnd type="none" w="med" len="med"/>
                    </a:lnR>
                    <a:lnT w="6350" cap="flat" cmpd="sng" algn="ctr">
                      <a:solidFill>
                        <a:srgbClr val="E97132"/>
                      </a:solidFill>
                      <a:prstDash val="solid"/>
                      <a:round/>
                      <a:headEnd type="none" w="med" len="med"/>
                      <a:tailEnd type="none" w="med" len="med"/>
                    </a:lnT>
                    <a:lnB w="6350" cap="flat" cmpd="sng" algn="ctr">
                      <a:solidFill>
                        <a:srgbClr val="E97132"/>
                      </a:solidFill>
                      <a:prstDash val="solid"/>
                      <a:round/>
                      <a:headEnd type="none" w="med" len="med"/>
                      <a:tailEnd type="none" w="med" len="med"/>
                    </a:lnB>
                    <a:solidFill>
                      <a:srgbClr val="FBE2D5"/>
                    </a:solidFill>
                  </a:tcPr>
                </a:tc>
                <a:tc>
                  <a:txBody>
                    <a:bodyPr/>
                    <a:lstStyle/>
                    <a:p>
                      <a:pPr algn="l" fontAlgn="b"/>
                      <a:r>
                        <a:rPr lang="en-GB" sz="2000" b="0" i="0" u="none" strike="noStrike" dirty="0">
                          <a:solidFill>
                            <a:srgbClr val="000000"/>
                          </a:solidFill>
                          <a:effectLst/>
                          <a:latin typeface="Aptos Narrow" panose="020B0004020202020204" pitchFamily="34" charset="0"/>
                        </a:rPr>
                        <a:t>41.67</a:t>
                      </a:r>
                    </a:p>
                  </a:txBody>
                  <a:tcPr marL="9525" marR="9525" marT="9525" marB="0" anchor="b">
                    <a:lnL w="6350" cap="flat" cmpd="sng" algn="ctr">
                      <a:solidFill>
                        <a:srgbClr val="E97132"/>
                      </a:solidFill>
                      <a:prstDash val="solid"/>
                      <a:round/>
                      <a:headEnd type="none" w="med" len="med"/>
                      <a:tailEnd type="none" w="med" len="med"/>
                    </a:lnL>
                    <a:lnR w="6350" cap="flat" cmpd="sng" algn="ctr">
                      <a:solidFill>
                        <a:srgbClr val="E97132"/>
                      </a:solidFill>
                      <a:prstDash val="solid"/>
                      <a:round/>
                      <a:headEnd type="none" w="med" len="med"/>
                      <a:tailEnd type="none" w="med" len="med"/>
                    </a:lnR>
                    <a:lnT w="6350" cap="flat" cmpd="sng" algn="ctr">
                      <a:solidFill>
                        <a:srgbClr val="E97132"/>
                      </a:solidFill>
                      <a:prstDash val="solid"/>
                      <a:round/>
                      <a:headEnd type="none" w="med" len="med"/>
                      <a:tailEnd type="none" w="med" len="med"/>
                    </a:lnT>
                    <a:lnB w="6350" cap="flat" cmpd="sng" algn="ctr">
                      <a:solidFill>
                        <a:srgbClr val="E97132"/>
                      </a:solidFill>
                      <a:prstDash val="solid"/>
                      <a:round/>
                      <a:headEnd type="none" w="med" len="med"/>
                      <a:tailEnd type="none" w="med" len="med"/>
                    </a:lnB>
                    <a:solidFill>
                      <a:srgbClr val="FBE2D5"/>
                    </a:solidFill>
                  </a:tcPr>
                </a:tc>
                <a:extLst>
                  <a:ext uri="{0D108BD9-81ED-4DB2-BD59-A6C34878D82A}">
                    <a16:rowId xmlns:a16="http://schemas.microsoft.com/office/drawing/2014/main" val="2562291716"/>
                  </a:ext>
                </a:extLst>
              </a:tr>
              <a:tr h="401198">
                <a:tc>
                  <a:txBody>
                    <a:bodyPr/>
                    <a:lstStyle/>
                    <a:p>
                      <a:pPr algn="l" fontAlgn="b"/>
                      <a:r>
                        <a:rPr lang="en-GB" sz="2000" b="0" i="0" u="none" strike="noStrike">
                          <a:solidFill>
                            <a:srgbClr val="000000"/>
                          </a:solidFill>
                          <a:effectLst/>
                          <a:latin typeface="Aptos Narrow" panose="020B0004020202020204" pitchFamily="34" charset="0"/>
                        </a:rPr>
                        <a:t>Networking</a:t>
                      </a:r>
                    </a:p>
                  </a:txBody>
                  <a:tcPr marL="9525" marR="9525" marT="9525" marB="0" anchor="b">
                    <a:lnL w="6350" cap="flat" cmpd="sng" algn="ctr">
                      <a:solidFill>
                        <a:srgbClr val="E97132"/>
                      </a:solidFill>
                      <a:prstDash val="solid"/>
                      <a:round/>
                      <a:headEnd type="none" w="med" len="med"/>
                      <a:tailEnd type="none" w="med" len="med"/>
                    </a:lnL>
                    <a:lnR w="6350" cap="flat" cmpd="sng" algn="ctr">
                      <a:solidFill>
                        <a:srgbClr val="E97132"/>
                      </a:solidFill>
                      <a:prstDash val="solid"/>
                      <a:round/>
                      <a:headEnd type="none" w="med" len="med"/>
                      <a:tailEnd type="none" w="med" len="med"/>
                    </a:lnR>
                    <a:lnT w="6350" cap="flat" cmpd="sng" algn="ctr">
                      <a:solidFill>
                        <a:srgbClr val="E97132"/>
                      </a:solidFill>
                      <a:prstDash val="solid"/>
                      <a:round/>
                      <a:headEnd type="none" w="med" len="med"/>
                      <a:tailEnd type="none" w="med" len="med"/>
                    </a:lnT>
                    <a:lnB w="6350" cap="flat" cmpd="sng" algn="ctr">
                      <a:solidFill>
                        <a:srgbClr val="E97132"/>
                      </a:solidFill>
                      <a:prstDash val="solid"/>
                      <a:round/>
                      <a:headEnd type="none" w="med" len="med"/>
                      <a:tailEnd type="none" w="med" len="med"/>
                    </a:lnB>
                    <a:noFill/>
                  </a:tcPr>
                </a:tc>
                <a:tc>
                  <a:txBody>
                    <a:bodyPr/>
                    <a:lstStyle/>
                    <a:p>
                      <a:pPr algn="l" fontAlgn="b"/>
                      <a:r>
                        <a:rPr lang="en-GB" sz="2000" b="0" i="0" u="none" strike="noStrike">
                          <a:solidFill>
                            <a:srgbClr val="000000"/>
                          </a:solidFill>
                          <a:effectLst/>
                          <a:latin typeface="Aptos Narrow" panose="020B0004020202020204" pitchFamily="34" charset="0"/>
                        </a:rPr>
                        <a:t>6</a:t>
                      </a:r>
                    </a:p>
                  </a:txBody>
                  <a:tcPr marL="9525" marR="9525" marT="9525" marB="0" anchor="b">
                    <a:lnL w="6350" cap="flat" cmpd="sng" algn="ctr">
                      <a:solidFill>
                        <a:srgbClr val="E97132"/>
                      </a:solidFill>
                      <a:prstDash val="solid"/>
                      <a:round/>
                      <a:headEnd type="none" w="med" len="med"/>
                      <a:tailEnd type="none" w="med" len="med"/>
                    </a:lnL>
                    <a:lnR w="6350" cap="flat" cmpd="sng" algn="ctr">
                      <a:solidFill>
                        <a:srgbClr val="E97132"/>
                      </a:solidFill>
                      <a:prstDash val="solid"/>
                      <a:round/>
                      <a:headEnd type="none" w="med" len="med"/>
                      <a:tailEnd type="none" w="med" len="med"/>
                    </a:lnR>
                    <a:lnT w="6350" cap="flat" cmpd="sng" algn="ctr">
                      <a:solidFill>
                        <a:srgbClr val="E97132"/>
                      </a:solidFill>
                      <a:prstDash val="solid"/>
                      <a:round/>
                      <a:headEnd type="none" w="med" len="med"/>
                      <a:tailEnd type="none" w="med" len="med"/>
                    </a:lnT>
                    <a:lnB w="6350" cap="flat" cmpd="sng" algn="ctr">
                      <a:solidFill>
                        <a:srgbClr val="E97132"/>
                      </a:solidFill>
                      <a:prstDash val="solid"/>
                      <a:round/>
                      <a:headEnd type="none" w="med" len="med"/>
                      <a:tailEnd type="none" w="med" len="med"/>
                    </a:lnB>
                    <a:noFill/>
                  </a:tcPr>
                </a:tc>
                <a:tc>
                  <a:txBody>
                    <a:bodyPr/>
                    <a:lstStyle/>
                    <a:p>
                      <a:pPr algn="l" fontAlgn="b"/>
                      <a:r>
                        <a:rPr lang="en-GB" sz="2000" b="0" i="0" u="none" strike="noStrike">
                          <a:solidFill>
                            <a:srgbClr val="000000"/>
                          </a:solidFill>
                          <a:effectLst/>
                          <a:latin typeface="Aptos Narrow" panose="020B0004020202020204" pitchFamily="34" charset="0"/>
                        </a:rPr>
                        <a:t>9</a:t>
                      </a:r>
                    </a:p>
                  </a:txBody>
                  <a:tcPr marL="9525" marR="9525" marT="9525" marB="0" anchor="b">
                    <a:lnL w="6350" cap="flat" cmpd="sng" algn="ctr">
                      <a:solidFill>
                        <a:srgbClr val="E97132"/>
                      </a:solidFill>
                      <a:prstDash val="solid"/>
                      <a:round/>
                      <a:headEnd type="none" w="med" len="med"/>
                      <a:tailEnd type="none" w="med" len="med"/>
                    </a:lnL>
                    <a:lnR w="6350" cap="flat" cmpd="sng" algn="ctr">
                      <a:solidFill>
                        <a:srgbClr val="E97132"/>
                      </a:solidFill>
                      <a:prstDash val="solid"/>
                      <a:round/>
                      <a:headEnd type="none" w="med" len="med"/>
                      <a:tailEnd type="none" w="med" len="med"/>
                    </a:lnR>
                    <a:lnT w="6350" cap="flat" cmpd="sng" algn="ctr">
                      <a:solidFill>
                        <a:srgbClr val="E97132"/>
                      </a:solidFill>
                      <a:prstDash val="solid"/>
                      <a:round/>
                      <a:headEnd type="none" w="med" len="med"/>
                      <a:tailEnd type="none" w="med" len="med"/>
                    </a:lnT>
                    <a:lnB w="6350" cap="flat" cmpd="sng" algn="ctr">
                      <a:solidFill>
                        <a:srgbClr val="E97132"/>
                      </a:solidFill>
                      <a:prstDash val="solid"/>
                      <a:round/>
                      <a:headEnd type="none" w="med" len="med"/>
                      <a:tailEnd type="none" w="med" len="med"/>
                    </a:lnB>
                    <a:noFill/>
                  </a:tcPr>
                </a:tc>
                <a:tc>
                  <a:txBody>
                    <a:bodyPr/>
                    <a:lstStyle/>
                    <a:p>
                      <a:pPr algn="l" fontAlgn="b"/>
                      <a:r>
                        <a:rPr lang="en-GB" sz="2000" b="0" i="0" u="none" strike="noStrike">
                          <a:solidFill>
                            <a:srgbClr val="000000"/>
                          </a:solidFill>
                          <a:effectLst/>
                          <a:latin typeface="Aptos Narrow" panose="020B0004020202020204" pitchFamily="34" charset="0"/>
                        </a:rPr>
                        <a:t>3</a:t>
                      </a:r>
                    </a:p>
                  </a:txBody>
                  <a:tcPr marL="9525" marR="9525" marT="9525" marB="0" anchor="b">
                    <a:lnL w="6350" cap="flat" cmpd="sng" algn="ctr">
                      <a:solidFill>
                        <a:srgbClr val="E97132"/>
                      </a:solidFill>
                      <a:prstDash val="solid"/>
                      <a:round/>
                      <a:headEnd type="none" w="med" len="med"/>
                      <a:tailEnd type="none" w="med" len="med"/>
                    </a:lnL>
                    <a:lnR w="6350" cap="flat" cmpd="sng" algn="ctr">
                      <a:solidFill>
                        <a:srgbClr val="E97132"/>
                      </a:solidFill>
                      <a:prstDash val="solid"/>
                      <a:round/>
                      <a:headEnd type="none" w="med" len="med"/>
                      <a:tailEnd type="none" w="med" len="med"/>
                    </a:lnR>
                    <a:lnT w="6350" cap="flat" cmpd="sng" algn="ctr">
                      <a:solidFill>
                        <a:srgbClr val="E97132"/>
                      </a:solidFill>
                      <a:prstDash val="solid"/>
                      <a:round/>
                      <a:headEnd type="none" w="med" len="med"/>
                      <a:tailEnd type="none" w="med" len="med"/>
                    </a:lnT>
                    <a:lnB w="6350" cap="flat" cmpd="sng" algn="ctr">
                      <a:solidFill>
                        <a:srgbClr val="E97132"/>
                      </a:solidFill>
                      <a:prstDash val="solid"/>
                      <a:round/>
                      <a:headEnd type="none" w="med" len="med"/>
                      <a:tailEnd type="none" w="med" len="med"/>
                    </a:lnB>
                    <a:noFill/>
                  </a:tcPr>
                </a:tc>
                <a:tc>
                  <a:txBody>
                    <a:bodyPr/>
                    <a:lstStyle/>
                    <a:p>
                      <a:pPr algn="l" fontAlgn="b"/>
                      <a:r>
                        <a:rPr lang="en-GB" sz="2000" b="0" i="0" u="none" strike="noStrike" dirty="0">
                          <a:solidFill>
                            <a:srgbClr val="000000"/>
                          </a:solidFill>
                          <a:effectLst/>
                          <a:latin typeface="Aptos Narrow" panose="020B0004020202020204" pitchFamily="34" charset="0"/>
                        </a:rPr>
                        <a:t>50</a:t>
                      </a:r>
                    </a:p>
                  </a:txBody>
                  <a:tcPr marL="9525" marR="9525" marT="9525" marB="0" anchor="b">
                    <a:lnL w="6350" cap="flat" cmpd="sng" algn="ctr">
                      <a:solidFill>
                        <a:srgbClr val="E97132"/>
                      </a:solidFill>
                      <a:prstDash val="solid"/>
                      <a:round/>
                      <a:headEnd type="none" w="med" len="med"/>
                      <a:tailEnd type="none" w="med" len="med"/>
                    </a:lnL>
                    <a:lnR w="6350" cap="flat" cmpd="sng" algn="ctr">
                      <a:solidFill>
                        <a:srgbClr val="E97132"/>
                      </a:solidFill>
                      <a:prstDash val="solid"/>
                      <a:round/>
                      <a:headEnd type="none" w="med" len="med"/>
                      <a:tailEnd type="none" w="med" len="med"/>
                    </a:lnR>
                    <a:lnT w="6350" cap="flat" cmpd="sng" algn="ctr">
                      <a:solidFill>
                        <a:srgbClr val="E97132"/>
                      </a:solidFill>
                      <a:prstDash val="solid"/>
                      <a:round/>
                      <a:headEnd type="none" w="med" len="med"/>
                      <a:tailEnd type="none" w="med" len="med"/>
                    </a:lnT>
                    <a:lnB w="6350" cap="flat" cmpd="sng" algn="ctr">
                      <a:solidFill>
                        <a:srgbClr val="E97132"/>
                      </a:solidFill>
                      <a:prstDash val="solid"/>
                      <a:round/>
                      <a:headEnd type="none" w="med" len="med"/>
                      <a:tailEnd type="none" w="med" len="med"/>
                    </a:lnB>
                    <a:noFill/>
                  </a:tcPr>
                </a:tc>
                <a:extLst>
                  <a:ext uri="{0D108BD9-81ED-4DB2-BD59-A6C34878D82A}">
                    <a16:rowId xmlns:a16="http://schemas.microsoft.com/office/drawing/2014/main" val="210138942"/>
                  </a:ext>
                </a:extLst>
              </a:tr>
            </a:tbl>
          </a:graphicData>
        </a:graphic>
      </p:graphicFrame>
      <p:sp>
        <p:nvSpPr>
          <p:cNvPr id="8" name="TextBox 7">
            <a:extLst>
              <a:ext uri="{FF2B5EF4-FFF2-40B4-BE49-F238E27FC236}">
                <a16:creationId xmlns:a16="http://schemas.microsoft.com/office/drawing/2014/main" id="{0A22D9CC-58E2-B4B6-623A-AEEF18456BD1}"/>
              </a:ext>
            </a:extLst>
          </p:cNvPr>
          <p:cNvSpPr txBox="1"/>
          <p:nvPr/>
        </p:nvSpPr>
        <p:spPr>
          <a:xfrm>
            <a:off x="1924769" y="3254644"/>
            <a:ext cx="9159498" cy="2739211"/>
          </a:xfrm>
          <a:prstGeom prst="rect">
            <a:avLst/>
          </a:prstGeom>
          <a:noFill/>
        </p:spPr>
        <p:txBody>
          <a:bodyPr wrap="square" rtlCol="0">
            <a:spAutoFit/>
          </a:bodyPr>
          <a:lstStyle/>
          <a:p>
            <a:endParaRPr lang="en-US" sz="2400" dirty="0"/>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 </a:t>
            </a:r>
            <a:r>
              <a:rPr lang="en-US" sz="2000" dirty="0"/>
              <a:t>Accessories segment saw the highest increase with +34 new unique   products — a 49% growth.</a:t>
            </a:r>
          </a:p>
          <a:p>
            <a:pPr marL="342900" indent="-342900">
              <a:buFont typeface="Arial" panose="020B0604020202020204" pitchFamily="34" charset="0"/>
              <a:buChar char="•"/>
            </a:pPr>
            <a:r>
              <a:rPr lang="en-US" sz="2000" dirty="0"/>
              <a:t>Notebook and Peripherals each grew by +16, showing consistent innovation or diversification Desktop grew from 7 to 22 — a 214% increase. </a:t>
            </a:r>
          </a:p>
          <a:p>
            <a:pPr marL="342900" indent="-342900">
              <a:buFont typeface="Arial" panose="020B0604020202020204" pitchFamily="34" charset="0"/>
              <a:buChar char="•"/>
            </a:pPr>
            <a:r>
              <a:rPr lang="en-US" sz="2000" dirty="0"/>
              <a:t>Storage (+5) and Networking (+3) had low absolute and relative growth, possibly signaling. </a:t>
            </a:r>
            <a:endParaRPr lang="en-GB" sz="2400" dirty="0"/>
          </a:p>
        </p:txBody>
      </p:sp>
      <p:sp>
        <p:nvSpPr>
          <p:cNvPr id="2" name="TextBox 1">
            <a:extLst>
              <a:ext uri="{FF2B5EF4-FFF2-40B4-BE49-F238E27FC236}">
                <a16:creationId xmlns:a16="http://schemas.microsoft.com/office/drawing/2014/main" id="{28CF57C2-F21B-B3C5-D013-97290A90C5B6}"/>
              </a:ext>
            </a:extLst>
          </p:cNvPr>
          <p:cNvSpPr txBox="1"/>
          <p:nvPr/>
        </p:nvSpPr>
        <p:spPr>
          <a:xfrm>
            <a:off x="1747029" y="3075057"/>
            <a:ext cx="2983043" cy="707886"/>
          </a:xfrm>
          <a:prstGeom prst="rect">
            <a:avLst/>
          </a:prstGeom>
          <a:noFill/>
        </p:spPr>
        <p:txBody>
          <a:bodyPr wrap="square" rtlCol="0">
            <a:spAutoFit/>
          </a:bodyPr>
          <a:lstStyle/>
          <a:p>
            <a:pPr algn="ctr"/>
            <a:r>
              <a:rPr lang="en-GB" sz="4000" dirty="0"/>
              <a:t>Inside</a:t>
            </a:r>
          </a:p>
        </p:txBody>
      </p:sp>
      <p:sp>
        <p:nvSpPr>
          <p:cNvPr id="3" name="Arrow: Right 2">
            <a:extLst>
              <a:ext uri="{FF2B5EF4-FFF2-40B4-BE49-F238E27FC236}">
                <a16:creationId xmlns:a16="http://schemas.microsoft.com/office/drawing/2014/main" id="{79B23F24-C1EF-EBB7-2FAB-9015CC895377}"/>
              </a:ext>
            </a:extLst>
          </p:cNvPr>
          <p:cNvSpPr/>
          <p:nvPr/>
        </p:nvSpPr>
        <p:spPr>
          <a:xfrm>
            <a:off x="1747029" y="3261460"/>
            <a:ext cx="689549" cy="37700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341082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91BB77-2399-136F-0DD8-77833CD68086}"/>
              </a:ext>
            </a:extLst>
          </p:cNvPr>
          <p:cNvSpPr>
            <a:spLocks noGrp="1"/>
          </p:cNvSpPr>
          <p:nvPr>
            <p:ph type="title"/>
          </p:nvPr>
        </p:nvSpPr>
        <p:spPr>
          <a:xfrm>
            <a:off x="1469319" y="-183629"/>
            <a:ext cx="10018713" cy="1752599"/>
          </a:xfrm>
        </p:spPr>
        <p:txBody>
          <a:bodyPr>
            <a:noAutofit/>
          </a:bodyPr>
          <a:lstStyle/>
          <a:p>
            <a:r>
              <a:rPr lang="en-US" sz="2400" dirty="0"/>
              <a:t>Task -5   Get the products that have the highest and lowest manufacturing costs. The final output should contain these fields, product_code ,product, manufacturing_cost,</a:t>
            </a:r>
            <a:endParaRPr lang="en-GB" sz="2400" dirty="0"/>
          </a:p>
        </p:txBody>
      </p:sp>
      <p:pic>
        <p:nvPicPr>
          <p:cNvPr id="5" name="Content Placeholder 4">
            <a:extLst>
              <a:ext uri="{FF2B5EF4-FFF2-40B4-BE49-F238E27FC236}">
                <a16:creationId xmlns:a16="http://schemas.microsoft.com/office/drawing/2014/main" id="{AE078952-0F45-F9ED-0B5F-A14B28CFD61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158190" y="1327880"/>
            <a:ext cx="9893901" cy="5478905"/>
          </a:xfrm>
        </p:spPr>
      </p:pic>
    </p:spTree>
    <p:extLst>
      <p:ext uri="{BB962C8B-B14F-4D97-AF65-F5344CB8AC3E}">
        <p14:creationId xmlns:p14="http://schemas.microsoft.com/office/powerpoint/2010/main" val="22687869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6EB97DB-2D00-30FE-D846-D654E53006EA}"/>
              </a:ext>
            </a:extLst>
          </p:cNvPr>
          <p:cNvSpPr>
            <a:spLocks noGrp="1"/>
          </p:cNvSpPr>
          <p:nvPr>
            <p:ph idx="1"/>
          </p:nvPr>
        </p:nvSpPr>
        <p:spPr>
          <a:xfrm>
            <a:off x="1578959" y="1003091"/>
            <a:ext cx="10018713" cy="3124201"/>
          </a:xfrm>
        </p:spPr>
        <p:txBody>
          <a:bodyPr/>
          <a:lstStyle/>
          <a:p>
            <a:endParaRPr lang="en-US" dirty="0"/>
          </a:p>
          <a:p>
            <a:endParaRPr lang="en-US" dirty="0"/>
          </a:p>
          <a:p>
            <a:r>
              <a:rPr lang="en-US" dirty="0"/>
              <a:t> The wide gap between highest and lowest manufacturing costs indicates a diversified product strategy, ranging from premium integrated devices to low cost mass-market accessories, supporting both value-driven and volume driven revenue streams</a:t>
            </a:r>
            <a:endParaRPr lang="en-GB" dirty="0"/>
          </a:p>
        </p:txBody>
      </p:sp>
      <p:sp>
        <p:nvSpPr>
          <p:cNvPr id="4" name="TextBox 3">
            <a:extLst>
              <a:ext uri="{FF2B5EF4-FFF2-40B4-BE49-F238E27FC236}">
                <a16:creationId xmlns:a16="http://schemas.microsoft.com/office/drawing/2014/main" id="{014745CC-DDF8-6B09-8DE7-A10716D5FA1B}"/>
              </a:ext>
            </a:extLst>
          </p:cNvPr>
          <p:cNvSpPr txBox="1"/>
          <p:nvPr/>
        </p:nvSpPr>
        <p:spPr>
          <a:xfrm>
            <a:off x="1484310" y="1341724"/>
            <a:ext cx="2983043" cy="707886"/>
          </a:xfrm>
          <a:prstGeom prst="rect">
            <a:avLst/>
          </a:prstGeom>
          <a:noFill/>
        </p:spPr>
        <p:txBody>
          <a:bodyPr wrap="square" rtlCol="0">
            <a:spAutoFit/>
          </a:bodyPr>
          <a:lstStyle/>
          <a:p>
            <a:pPr algn="ctr"/>
            <a:r>
              <a:rPr lang="en-GB" sz="4000" dirty="0"/>
              <a:t>Inside</a:t>
            </a:r>
          </a:p>
        </p:txBody>
      </p:sp>
      <p:sp>
        <p:nvSpPr>
          <p:cNvPr id="5" name="Arrow: Right 4">
            <a:extLst>
              <a:ext uri="{FF2B5EF4-FFF2-40B4-BE49-F238E27FC236}">
                <a16:creationId xmlns:a16="http://schemas.microsoft.com/office/drawing/2014/main" id="{CDA3A888-38EA-6B7E-DB94-EBBE32F75842}"/>
              </a:ext>
            </a:extLst>
          </p:cNvPr>
          <p:cNvSpPr/>
          <p:nvPr/>
        </p:nvSpPr>
        <p:spPr>
          <a:xfrm>
            <a:off x="1578959" y="1528127"/>
            <a:ext cx="689549" cy="37700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1903964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E161BF-2332-7421-D368-5BFA5812B43A}"/>
              </a:ext>
            </a:extLst>
          </p:cNvPr>
          <p:cNvSpPr>
            <a:spLocks noGrp="1"/>
          </p:cNvSpPr>
          <p:nvPr>
            <p:ph type="title"/>
          </p:nvPr>
        </p:nvSpPr>
        <p:spPr>
          <a:xfrm>
            <a:off x="1304428" y="0"/>
            <a:ext cx="10018713" cy="1752599"/>
          </a:xfrm>
        </p:spPr>
        <p:txBody>
          <a:bodyPr>
            <a:noAutofit/>
          </a:bodyPr>
          <a:lstStyle/>
          <a:p>
            <a:r>
              <a:rPr lang="en-GB" sz="2400" dirty="0"/>
              <a:t>Task-6 </a:t>
            </a:r>
            <a:r>
              <a:rPr lang="en-US" sz="2400" dirty="0"/>
              <a:t>Generate a report which contains the top 5 customers who received an average high  pre_invoice_discount_pct  for the  fiscal  year 2021  and in the Indian  market. The final output contains these fields, customer_code, customer ,average_discount_percentage</a:t>
            </a:r>
            <a:endParaRPr lang="en-GB" sz="2400" dirty="0"/>
          </a:p>
        </p:txBody>
      </p:sp>
      <p:pic>
        <p:nvPicPr>
          <p:cNvPr id="9" name="Content Placeholder 8">
            <a:extLst>
              <a:ext uri="{FF2B5EF4-FFF2-40B4-BE49-F238E27FC236}">
                <a16:creationId xmlns:a16="http://schemas.microsoft.com/office/drawing/2014/main" id="{149D5FE6-9E25-9792-4661-303F35246B4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738860" y="1624805"/>
            <a:ext cx="9458792" cy="5180749"/>
          </a:xfrm>
        </p:spPr>
      </p:pic>
    </p:spTree>
    <p:extLst>
      <p:ext uri="{BB962C8B-B14F-4D97-AF65-F5344CB8AC3E}">
        <p14:creationId xmlns:p14="http://schemas.microsoft.com/office/powerpoint/2010/main" val="34254842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41A04C7E-C224-A3DC-645F-EB4BF1884E8D}"/>
              </a:ext>
            </a:extLst>
          </p:cNvPr>
          <p:cNvGraphicFramePr>
            <a:graphicFrameLocks noGrp="1"/>
          </p:cNvGraphicFramePr>
          <p:nvPr>
            <p:ph idx="1"/>
            <p:extLst>
              <p:ext uri="{D42A27DB-BD31-4B8C-83A1-F6EECF244321}">
                <p14:modId xmlns:p14="http://schemas.microsoft.com/office/powerpoint/2010/main" val="652545118"/>
              </p:ext>
            </p:extLst>
          </p:nvPr>
        </p:nvGraphicFramePr>
        <p:xfrm>
          <a:off x="1769125" y="764498"/>
          <a:ext cx="8816429" cy="3267856"/>
        </p:xfrm>
        <a:graphic>
          <a:graphicData uri="http://schemas.openxmlformats.org/drawingml/2006/chart">
            <c:chart xmlns:c="http://schemas.openxmlformats.org/drawingml/2006/chart" xmlns:r="http://schemas.openxmlformats.org/officeDocument/2006/relationships" r:id="rId2"/>
          </a:graphicData>
        </a:graphic>
      </p:graphicFrame>
      <p:sp>
        <p:nvSpPr>
          <p:cNvPr id="2" name="TextBox 1">
            <a:extLst>
              <a:ext uri="{FF2B5EF4-FFF2-40B4-BE49-F238E27FC236}">
                <a16:creationId xmlns:a16="http://schemas.microsoft.com/office/drawing/2014/main" id="{27CDE930-FE39-D064-DB0F-12AFA46A0366}"/>
              </a:ext>
            </a:extLst>
          </p:cNvPr>
          <p:cNvSpPr txBox="1"/>
          <p:nvPr/>
        </p:nvSpPr>
        <p:spPr>
          <a:xfrm>
            <a:off x="2221042" y="5014209"/>
            <a:ext cx="8979108" cy="1384995"/>
          </a:xfrm>
          <a:prstGeom prst="rect">
            <a:avLst/>
          </a:prstGeom>
          <a:noFill/>
        </p:spPr>
        <p:txBody>
          <a:bodyPr wrap="square" rtlCol="0">
            <a:spAutoFit/>
          </a:bodyPr>
          <a:lstStyle/>
          <a:p>
            <a:pPr marL="457200" indent="-457200">
              <a:buFont typeface="Arial" panose="020B0604020202020204" pitchFamily="34" charset="0"/>
              <a:buChar char="•"/>
            </a:pPr>
            <a:r>
              <a:rPr lang="en-US" sz="2800" dirty="0"/>
              <a:t>Flipkart Receives the Highest Avg Discount (30.83%) </a:t>
            </a:r>
          </a:p>
          <a:p>
            <a:pPr marL="457200" indent="-457200">
              <a:buFont typeface="Arial" panose="020B0604020202020204" pitchFamily="34" charset="0"/>
              <a:buChar char="•"/>
            </a:pPr>
            <a:r>
              <a:rPr lang="en-US" sz="2800" dirty="0"/>
              <a:t> Amazon Receives the Lowest (29.33%) </a:t>
            </a:r>
          </a:p>
          <a:p>
            <a:pPr marL="457200" indent="-457200">
              <a:buFont typeface="Arial" panose="020B0604020202020204" pitchFamily="34" charset="0"/>
              <a:buChar char="•"/>
            </a:pPr>
            <a:r>
              <a:rPr lang="en-US" sz="2800" dirty="0"/>
              <a:t>Top 4 Customers Are All Above 30</a:t>
            </a:r>
            <a:endParaRPr lang="en-GB" sz="2800" dirty="0"/>
          </a:p>
        </p:txBody>
      </p:sp>
      <p:sp>
        <p:nvSpPr>
          <p:cNvPr id="3" name="TextBox 2">
            <a:extLst>
              <a:ext uri="{FF2B5EF4-FFF2-40B4-BE49-F238E27FC236}">
                <a16:creationId xmlns:a16="http://schemas.microsoft.com/office/drawing/2014/main" id="{83F87C03-6F71-180A-660C-A265A2992647}"/>
              </a:ext>
            </a:extLst>
          </p:cNvPr>
          <p:cNvSpPr txBox="1"/>
          <p:nvPr/>
        </p:nvSpPr>
        <p:spPr>
          <a:xfrm>
            <a:off x="2043653" y="4032354"/>
            <a:ext cx="2983043" cy="707886"/>
          </a:xfrm>
          <a:prstGeom prst="rect">
            <a:avLst/>
          </a:prstGeom>
          <a:noFill/>
        </p:spPr>
        <p:txBody>
          <a:bodyPr wrap="square" rtlCol="0">
            <a:spAutoFit/>
          </a:bodyPr>
          <a:lstStyle/>
          <a:p>
            <a:pPr algn="ctr"/>
            <a:r>
              <a:rPr lang="en-GB" sz="4000" dirty="0"/>
              <a:t>Inside</a:t>
            </a:r>
          </a:p>
        </p:txBody>
      </p:sp>
      <p:sp>
        <p:nvSpPr>
          <p:cNvPr id="5" name="Arrow: Right 4">
            <a:extLst>
              <a:ext uri="{FF2B5EF4-FFF2-40B4-BE49-F238E27FC236}">
                <a16:creationId xmlns:a16="http://schemas.microsoft.com/office/drawing/2014/main" id="{C07A4E70-9FEA-876F-0D37-BF82CB2C93D4}"/>
              </a:ext>
            </a:extLst>
          </p:cNvPr>
          <p:cNvSpPr/>
          <p:nvPr/>
        </p:nvSpPr>
        <p:spPr>
          <a:xfrm>
            <a:off x="2043653" y="4218757"/>
            <a:ext cx="689549" cy="37700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a:t>
            </a:r>
          </a:p>
        </p:txBody>
      </p:sp>
    </p:spTree>
    <p:extLst>
      <p:ext uri="{BB962C8B-B14F-4D97-AF65-F5344CB8AC3E}">
        <p14:creationId xmlns:p14="http://schemas.microsoft.com/office/powerpoint/2010/main" val="13405506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22EE8B-0721-988C-21D6-73E45196D6CF}"/>
              </a:ext>
            </a:extLst>
          </p:cNvPr>
          <p:cNvSpPr>
            <a:spLocks noGrp="1"/>
          </p:cNvSpPr>
          <p:nvPr>
            <p:ph type="title"/>
          </p:nvPr>
        </p:nvSpPr>
        <p:spPr>
          <a:xfrm>
            <a:off x="2053794" y="-383320"/>
            <a:ext cx="10018713" cy="1752599"/>
          </a:xfrm>
        </p:spPr>
        <p:txBody>
          <a:bodyPr>
            <a:noAutofit/>
          </a:bodyPr>
          <a:lstStyle/>
          <a:p>
            <a:r>
              <a:rPr lang="en-US" sz="1800" dirty="0"/>
              <a:t>Task-7  Get the complete report of the Gross sales amount for the customer  “Atliq Exclusive”  for each month  .  This analysis helps to  get an idea of low and high-performing months and take strategic decisions. The final report contains these columns: Month ,Year ,Gross sales Amount</a:t>
            </a:r>
            <a:endParaRPr lang="en-GB" sz="1800" dirty="0"/>
          </a:p>
        </p:txBody>
      </p:sp>
      <p:pic>
        <p:nvPicPr>
          <p:cNvPr id="7" name="Content Placeholder 6">
            <a:extLst>
              <a:ext uri="{FF2B5EF4-FFF2-40B4-BE49-F238E27FC236}">
                <a16:creationId xmlns:a16="http://schemas.microsoft.com/office/drawing/2014/main" id="{0947FC7C-E899-C31F-2238-D279E561FC4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623279" y="974361"/>
            <a:ext cx="9568721" cy="5883639"/>
          </a:xfrm>
        </p:spPr>
      </p:pic>
    </p:spTree>
    <p:extLst>
      <p:ext uri="{BB962C8B-B14F-4D97-AF65-F5344CB8AC3E}">
        <p14:creationId xmlns:p14="http://schemas.microsoft.com/office/powerpoint/2010/main" val="42832131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31E594F5-051D-A29F-7712-BF3474DD3F3E}"/>
              </a:ext>
            </a:extLst>
          </p:cNvPr>
          <p:cNvSpPr txBox="1"/>
          <p:nvPr/>
        </p:nvSpPr>
        <p:spPr>
          <a:xfrm>
            <a:off x="5718747" y="2975547"/>
            <a:ext cx="914400" cy="914400"/>
          </a:xfrm>
          <a:prstGeom prst="rect">
            <a:avLst/>
          </a:prstGeom>
          <a:noFill/>
        </p:spPr>
        <p:txBody>
          <a:bodyPr wrap="square" rtlCol="0">
            <a:spAutoFit/>
          </a:bodyPr>
          <a:lstStyle/>
          <a:p>
            <a:endParaRPr lang="en-GB" dirty="0"/>
          </a:p>
        </p:txBody>
      </p:sp>
      <p:graphicFrame>
        <p:nvGraphicFramePr>
          <p:cNvPr id="16" name="Chart 15">
            <a:extLst>
              <a:ext uri="{FF2B5EF4-FFF2-40B4-BE49-F238E27FC236}">
                <a16:creationId xmlns:a16="http://schemas.microsoft.com/office/drawing/2014/main" id="{4DAA6557-8A78-5670-98AF-B93CE48FFBF2}"/>
              </a:ext>
            </a:extLst>
          </p:cNvPr>
          <p:cNvGraphicFramePr>
            <a:graphicFrameLocks/>
          </p:cNvGraphicFramePr>
          <p:nvPr>
            <p:extLst>
              <p:ext uri="{D42A27DB-BD31-4B8C-83A1-F6EECF244321}">
                <p14:modId xmlns:p14="http://schemas.microsoft.com/office/powerpoint/2010/main" val="2806835258"/>
              </p:ext>
            </p:extLst>
          </p:nvPr>
        </p:nvGraphicFramePr>
        <p:xfrm>
          <a:off x="1708879" y="0"/>
          <a:ext cx="10483121" cy="6550702"/>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6351419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46A7284-FC62-2B88-709C-B36506652613}"/>
              </a:ext>
            </a:extLst>
          </p:cNvPr>
          <p:cNvSpPr txBox="1"/>
          <p:nvPr/>
        </p:nvSpPr>
        <p:spPr>
          <a:xfrm>
            <a:off x="1728859" y="1064301"/>
            <a:ext cx="2983043" cy="707886"/>
          </a:xfrm>
          <a:prstGeom prst="rect">
            <a:avLst/>
          </a:prstGeom>
          <a:noFill/>
        </p:spPr>
        <p:txBody>
          <a:bodyPr wrap="square" rtlCol="0">
            <a:spAutoFit/>
          </a:bodyPr>
          <a:lstStyle/>
          <a:p>
            <a:pPr algn="ctr"/>
            <a:r>
              <a:rPr lang="en-GB" sz="4000" dirty="0"/>
              <a:t>Inside</a:t>
            </a:r>
          </a:p>
        </p:txBody>
      </p:sp>
      <p:sp>
        <p:nvSpPr>
          <p:cNvPr id="5" name="Arrow: Right 4">
            <a:extLst>
              <a:ext uri="{FF2B5EF4-FFF2-40B4-BE49-F238E27FC236}">
                <a16:creationId xmlns:a16="http://schemas.microsoft.com/office/drawing/2014/main" id="{BB94A684-09A9-34A7-A074-15EE3DEF1498}"/>
              </a:ext>
            </a:extLst>
          </p:cNvPr>
          <p:cNvSpPr/>
          <p:nvPr/>
        </p:nvSpPr>
        <p:spPr>
          <a:xfrm>
            <a:off x="1728859" y="1250704"/>
            <a:ext cx="689549" cy="37700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a:t>
            </a:r>
          </a:p>
        </p:txBody>
      </p:sp>
      <p:sp>
        <p:nvSpPr>
          <p:cNvPr id="6" name="TextBox 5">
            <a:extLst>
              <a:ext uri="{FF2B5EF4-FFF2-40B4-BE49-F238E27FC236}">
                <a16:creationId xmlns:a16="http://schemas.microsoft.com/office/drawing/2014/main" id="{1ADC6579-C400-CE3D-B10A-0439C46F5E19}"/>
              </a:ext>
            </a:extLst>
          </p:cNvPr>
          <p:cNvSpPr txBox="1"/>
          <p:nvPr/>
        </p:nvSpPr>
        <p:spPr>
          <a:xfrm>
            <a:off x="1843789" y="2151088"/>
            <a:ext cx="9878519" cy="2862322"/>
          </a:xfrm>
          <a:prstGeom prst="rect">
            <a:avLst/>
          </a:prstGeom>
          <a:noFill/>
        </p:spPr>
        <p:txBody>
          <a:bodyPr wrap="square" rtlCol="0">
            <a:spAutoFit/>
          </a:bodyPr>
          <a:lstStyle/>
          <a:p>
            <a:r>
              <a:rPr lang="en-US" sz="2000" dirty="0"/>
              <a:t>Atliq Exclusive experienced a sharp decline in sales during early 2020 due to market disruptions, with revenue dropping from around 4–5M to below 0.5M in March–April 2020. </a:t>
            </a:r>
            <a:br>
              <a:rPr lang="en-US" sz="2000" dirty="0"/>
            </a:br>
            <a:br>
              <a:rPr lang="en-US" sz="2000" dirty="0"/>
            </a:br>
            <a:r>
              <a:rPr lang="en-US" sz="2000" dirty="0"/>
              <a:t>However, the business recovered strongly from mid-2020 and achieved exceptional growth thereafter, reaching a peak of 20.46M in November 2020.</a:t>
            </a:r>
            <a:br>
              <a:rPr lang="en-US" sz="2000" dirty="0"/>
            </a:br>
            <a:br>
              <a:rPr lang="en-US" sz="2000" dirty="0"/>
            </a:br>
            <a:r>
              <a:rPr lang="en-US" sz="2000" dirty="0"/>
              <a:t>Post-recovery sales consistently remained more than double the pre pandemic average, indicating strong market demand, successful recovery strategies, and sustained business expansion</a:t>
            </a:r>
            <a:endParaRPr lang="en-GB" sz="2000" dirty="0"/>
          </a:p>
        </p:txBody>
      </p:sp>
    </p:spTree>
    <p:extLst>
      <p:ext uri="{BB962C8B-B14F-4D97-AF65-F5344CB8AC3E}">
        <p14:creationId xmlns:p14="http://schemas.microsoft.com/office/powerpoint/2010/main" val="9473677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EEF24E-C013-DE8F-60D7-83892B44AAD2}"/>
              </a:ext>
            </a:extLst>
          </p:cNvPr>
          <p:cNvSpPr>
            <a:spLocks noGrp="1"/>
          </p:cNvSpPr>
          <p:nvPr>
            <p:ph type="title"/>
          </p:nvPr>
        </p:nvSpPr>
        <p:spPr>
          <a:xfrm>
            <a:off x="1374096" y="0"/>
            <a:ext cx="10018713" cy="1752599"/>
          </a:xfrm>
        </p:spPr>
        <p:txBody>
          <a:bodyPr>
            <a:noAutofit/>
          </a:bodyPr>
          <a:lstStyle/>
          <a:p>
            <a:r>
              <a:rPr lang="en-US" sz="2800" dirty="0"/>
              <a:t> task-8 In which quarter of 2020, got the maximum total_sold_quantity? The final output contains these fields sorted by the total_sold_quantity, Quarter ,total_sold_quantity</a:t>
            </a:r>
            <a:endParaRPr lang="en-GB" sz="2800" dirty="0"/>
          </a:p>
        </p:txBody>
      </p:sp>
      <p:pic>
        <p:nvPicPr>
          <p:cNvPr id="7" name="Content Placeholder 6">
            <a:extLst>
              <a:ext uri="{FF2B5EF4-FFF2-40B4-BE49-F238E27FC236}">
                <a16:creationId xmlns:a16="http://schemas.microsoft.com/office/drawing/2014/main" id="{73C9AFAD-04C6-0FA1-CC2B-29B9A38520A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763160" y="1752599"/>
            <a:ext cx="9764276" cy="4832116"/>
          </a:xfrm>
        </p:spPr>
      </p:pic>
    </p:spTree>
    <p:extLst>
      <p:ext uri="{BB962C8B-B14F-4D97-AF65-F5344CB8AC3E}">
        <p14:creationId xmlns:p14="http://schemas.microsoft.com/office/powerpoint/2010/main" val="34602947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5ABC8C1-45A2-8C06-720C-82F0A810496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76963" y="1092672"/>
            <a:ext cx="3147436" cy="1725479"/>
          </a:xfrm>
          <a:prstGeom prst="rect">
            <a:avLst/>
          </a:prstGeom>
        </p:spPr>
      </p:pic>
      <p:graphicFrame>
        <p:nvGraphicFramePr>
          <p:cNvPr id="4" name="Chart 3">
            <a:extLst>
              <a:ext uri="{FF2B5EF4-FFF2-40B4-BE49-F238E27FC236}">
                <a16:creationId xmlns:a16="http://schemas.microsoft.com/office/drawing/2014/main" id="{17D98B02-349C-BF25-DA69-8ABF2A358231}"/>
              </a:ext>
            </a:extLst>
          </p:cNvPr>
          <p:cNvGraphicFramePr>
            <a:graphicFrameLocks/>
          </p:cNvGraphicFramePr>
          <p:nvPr>
            <p:extLst>
              <p:ext uri="{D42A27DB-BD31-4B8C-83A1-F6EECF244321}">
                <p14:modId xmlns:p14="http://schemas.microsoft.com/office/powerpoint/2010/main" val="2794968598"/>
              </p:ext>
            </p:extLst>
          </p:nvPr>
        </p:nvGraphicFramePr>
        <p:xfrm>
          <a:off x="4724399" y="344906"/>
          <a:ext cx="7042879" cy="3084094"/>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Box 6">
            <a:extLst>
              <a:ext uri="{FF2B5EF4-FFF2-40B4-BE49-F238E27FC236}">
                <a16:creationId xmlns:a16="http://schemas.microsoft.com/office/drawing/2014/main" id="{76034158-5F84-726A-FE27-87EB494067D5}"/>
              </a:ext>
            </a:extLst>
          </p:cNvPr>
          <p:cNvSpPr txBox="1"/>
          <p:nvPr/>
        </p:nvSpPr>
        <p:spPr>
          <a:xfrm>
            <a:off x="1807029" y="4943434"/>
            <a:ext cx="8577942" cy="1569660"/>
          </a:xfrm>
          <a:prstGeom prst="rect">
            <a:avLst/>
          </a:prstGeom>
          <a:noFill/>
        </p:spPr>
        <p:txBody>
          <a:bodyPr wrap="square" rtlCol="0">
            <a:spAutoFit/>
          </a:bodyPr>
          <a:lstStyle/>
          <a:p>
            <a:pPr marL="342900" indent="-342900">
              <a:buFont typeface="Arial" panose="020B0604020202020204" pitchFamily="34" charset="0"/>
              <a:buChar char="•"/>
            </a:pPr>
            <a:r>
              <a:rPr lang="en-US" sz="2400" dirty="0"/>
              <a:t>Q1 recorded the highest total sold quantity at 7.01 million units, making it the top-performing quarter in terms of volume. </a:t>
            </a:r>
          </a:p>
          <a:p>
            <a:pPr marL="342900" indent="-342900">
              <a:buFont typeface="Arial" panose="020B0604020202020204" pitchFamily="34" charset="0"/>
              <a:buChar char="•"/>
            </a:pPr>
            <a:r>
              <a:rPr lang="en-US" sz="2400" dirty="0"/>
              <a:t>Q1 may coincide with strong seasonal demand, new product launches, or effective promotional campaigns</a:t>
            </a:r>
            <a:endParaRPr lang="en-GB" sz="2400" dirty="0"/>
          </a:p>
        </p:txBody>
      </p:sp>
      <p:sp>
        <p:nvSpPr>
          <p:cNvPr id="8" name="TextBox 7">
            <a:extLst>
              <a:ext uri="{FF2B5EF4-FFF2-40B4-BE49-F238E27FC236}">
                <a16:creationId xmlns:a16="http://schemas.microsoft.com/office/drawing/2014/main" id="{885B883A-B125-8CFF-144C-DDC47730EBEF}"/>
              </a:ext>
            </a:extLst>
          </p:cNvPr>
          <p:cNvSpPr txBox="1"/>
          <p:nvPr/>
        </p:nvSpPr>
        <p:spPr>
          <a:xfrm>
            <a:off x="1930042" y="3843440"/>
            <a:ext cx="2983043" cy="707886"/>
          </a:xfrm>
          <a:prstGeom prst="rect">
            <a:avLst/>
          </a:prstGeom>
          <a:noFill/>
        </p:spPr>
        <p:txBody>
          <a:bodyPr wrap="square" rtlCol="0">
            <a:spAutoFit/>
          </a:bodyPr>
          <a:lstStyle/>
          <a:p>
            <a:pPr algn="ctr"/>
            <a:r>
              <a:rPr lang="en-GB" sz="4000" dirty="0"/>
              <a:t>Inside</a:t>
            </a:r>
          </a:p>
        </p:txBody>
      </p:sp>
      <p:sp>
        <p:nvSpPr>
          <p:cNvPr id="9" name="Arrow: Right 8">
            <a:extLst>
              <a:ext uri="{FF2B5EF4-FFF2-40B4-BE49-F238E27FC236}">
                <a16:creationId xmlns:a16="http://schemas.microsoft.com/office/drawing/2014/main" id="{5AB8EE30-C2C7-6823-2CCD-02BFECA1C65D}"/>
              </a:ext>
            </a:extLst>
          </p:cNvPr>
          <p:cNvSpPr/>
          <p:nvPr/>
        </p:nvSpPr>
        <p:spPr>
          <a:xfrm>
            <a:off x="1930042" y="4029843"/>
            <a:ext cx="689549" cy="37700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a:t>
            </a:r>
          </a:p>
        </p:txBody>
      </p:sp>
    </p:spTree>
    <p:extLst>
      <p:ext uri="{BB962C8B-B14F-4D97-AF65-F5344CB8AC3E}">
        <p14:creationId xmlns:p14="http://schemas.microsoft.com/office/powerpoint/2010/main" val="14357394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9BA9B6-663E-9524-4A28-0299DD3EE711}"/>
              </a:ext>
            </a:extLst>
          </p:cNvPr>
          <p:cNvSpPr>
            <a:spLocks noGrp="1"/>
          </p:cNvSpPr>
          <p:nvPr>
            <p:ph type="title"/>
          </p:nvPr>
        </p:nvSpPr>
        <p:spPr>
          <a:xfrm>
            <a:off x="1484309" y="0"/>
            <a:ext cx="10018713" cy="1752599"/>
          </a:xfrm>
        </p:spPr>
        <p:txBody>
          <a:bodyPr>
            <a:noAutofit/>
          </a:bodyPr>
          <a:lstStyle/>
          <a:p>
            <a:r>
              <a:rPr lang="en-US" sz="2400" dirty="0"/>
              <a:t>Task – 9 Which channel helped to bring more gross sales in the fiscal year 2021 and the percentage of contribution?  The final output  contains these fields, channel ,gross_sales_mln, percentage </a:t>
            </a:r>
            <a:endParaRPr lang="en-GB" sz="2400" dirty="0"/>
          </a:p>
        </p:txBody>
      </p:sp>
      <p:pic>
        <p:nvPicPr>
          <p:cNvPr id="5" name="Content Placeholder 4">
            <a:extLst>
              <a:ext uri="{FF2B5EF4-FFF2-40B4-BE49-F238E27FC236}">
                <a16:creationId xmlns:a16="http://schemas.microsoft.com/office/drawing/2014/main" id="{DDCB3CDE-C3C8-9623-2CDB-328898B69CF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84308" y="1602698"/>
            <a:ext cx="10707691" cy="5255302"/>
          </a:xfrm>
        </p:spPr>
      </p:pic>
      <p:pic>
        <p:nvPicPr>
          <p:cNvPr id="7" name="Picture 6">
            <a:extLst>
              <a:ext uri="{FF2B5EF4-FFF2-40B4-BE49-F238E27FC236}">
                <a16:creationId xmlns:a16="http://schemas.microsoft.com/office/drawing/2014/main" id="{2F3B3E7D-0222-CF6E-8743-E794A8F21B6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43542" y="3504979"/>
            <a:ext cx="3829584" cy="1600423"/>
          </a:xfrm>
          <a:prstGeom prst="rect">
            <a:avLst/>
          </a:prstGeom>
        </p:spPr>
      </p:pic>
    </p:spTree>
    <p:extLst>
      <p:ext uri="{BB962C8B-B14F-4D97-AF65-F5344CB8AC3E}">
        <p14:creationId xmlns:p14="http://schemas.microsoft.com/office/powerpoint/2010/main" val="7953979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hart 3">
            <a:extLst>
              <a:ext uri="{FF2B5EF4-FFF2-40B4-BE49-F238E27FC236}">
                <a16:creationId xmlns:a16="http://schemas.microsoft.com/office/drawing/2014/main" id="{58072C69-917A-8031-6278-D949428D43FB}"/>
              </a:ext>
            </a:extLst>
          </p:cNvPr>
          <p:cNvGraphicFramePr>
            <a:graphicFrameLocks/>
          </p:cNvGraphicFramePr>
          <p:nvPr>
            <p:extLst>
              <p:ext uri="{D42A27DB-BD31-4B8C-83A1-F6EECF244321}">
                <p14:modId xmlns:p14="http://schemas.microsoft.com/office/powerpoint/2010/main" val="1837731283"/>
              </p:ext>
            </p:extLst>
          </p:nvPr>
        </p:nvGraphicFramePr>
        <p:xfrm>
          <a:off x="2939142" y="0"/>
          <a:ext cx="5199089" cy="3429000"/>
        </p:xfrm>
        <a:graphic>
          <a:graphicData uri="http://schemas.openxmlformats.org/drawingml/2006/chart">
            <c:chart xmlns:c="http://schemas.openxmlformats.org/drawingml/2006/chart" xmlns:r="http://schemas.openxmlformats.org/officeDocument/2006/relationships" r:id="rId2"/>
          </a:graphicData>
        </a:graphic>
      </p:graphicFrame>
      <p:sp>
        <p:nvSpPr>
          <p:cNvPr id="2" name="TextBox 1">
            <a:extLst>
              <a:ext uri="{FF2B5EF4-FFF2-40B4-BE49-F238E27FC236}">
                <a16:creationId xmlns:a16="http://schemas.microsoft.com/office/drawing/2014/main" id="{0C0E6075-1BBB-B637-9A49-E2FABCA6115D}"/>
              </a:ext>
            </a:extLst>
          </p:cNvPr>
          <p:cNvSpPr txBox="1"/>
          <p:nvPr/>
        </p:nvSpPr>
        <p:spPr>
          <a:xfrm>
            <a:off x="1998688" y="4484915"/>
            <a:ext cx="9593943" cy="1938992"/>
          </a:xfrm>
          <a:prstGeom prst="rect">
            <a:avLst/>
          </a:prstGeom>
          <a:noFill/>
        </p:spPr>
        <p:txBody>
          <a:bodyPr wrap="square" rtlCol="0">
            <a:spAutoFit/>
          </a:bodyPr>
          <a:lstStyle/>
          <a:p>
            <a:pPr marL="457200" indent="-457200">
              <a:buFont typeface="Arial" panose="020B0604020202020204" pitchFamily="34" charset="0"/>
              <a:buChar char="•"/>
            </a:pPr>
            <a:r>
              <a:rPr lang="en-US" sz="2400" dirty="0"/>
              <a:t>Retailer channel dominates the sales with 1924.17M, accounting for 73% of total gross sales. </a:t>
            </a:r>
          </a:p>
          <a:p>
            <a:pPr marL="457200" indent="-457200">
              <a:buFont typeface="Arial" panose="020B0604020202020204" pitchFamily="34" charset="0"/>
              <a:buChar char="•"/>
            </a:pPr>
            <a:r>
              <a:rPr lang="en-US" sz="2400" dirty="0"/>
              <a:t> Direct channel follows distantly with 406.69M (16%). </a:t>
            </a:r>
          </a:p>
          <a:p>
            <a:pPr marL="457200" indent="-457200">
              <a:buFont typeface="Arial" panose="020B0604020202020204" pitchFamily="34" charset="0"/>
              <a:buChar char="•"/>
            </a:pPr>
            <a:r>
              <a:rPr lang="en-US" sz="2400" dirty="0"/>
              <a:t>The Distributor channel contributes the least, generating ₹297.18M (11%)</a:t>
            </a:r>
            <a:endParaRPr lang="en-GB" sz="2400" dirty="0"/>
          </a:p>
        </p:txBody>
      </p:sp>
      <p:sp>
        <p:nvSpPr>
          <p:cNvPr id="3" name="TextBox 2">
            <a:extLst>
              <a:ext uri="{FF2B5EF4-FFF2-40B4-BE49-F238E27FC236}">
                <a16:creationId xmlns:a16="http://schemas.microsoft.com/office/drawing/2014/main" id="{2BCB4454-CE7A-F96D-466E-CDA67E2BD95D}"/>
              </a:ext>
            </a:extLst>
          </p:cNvPr>
          <p:cNvSpPr txBox="1"/>
          <p:nvPr/>
        </p:nvSpPr>
        <p:spPr>
          <a:xfrm>
            <a:off x="1930042" y="3843440"/>
            <a:ext cx="2983043" cy="707886"/>
          </a:xfrm>
          <a:prstGeom prst="rect">
            <a:avLst/>
          </a:prstGeom>
          <a:noFill/>
        </p:spPr>
        <p:txBody>
          <a:bodyPr wrap="square" rtlCol="0">
            <a:spAutoFit/>
          </a:bodyPr>
          <a:lstStyle/>
          <a:p>
            <a:pPr algn="ctr"/>
            <a:r>
              <a:rPr lang="en-GB" sz="4000" dirty="0"/>
              <a:t>Inside</a:t>
            </a:r>
          </a:p>
        </p:txBody>
      </p:sp>
      <p:sp>
        <p:nvSpPr>
          <p:cNvPr id="5" name="Arrow: Right 4">
            <a:extLst>
              <a:ext uri="{FF2B5EF4-FFF2-40B4-BE49-F238E27FC236}">
                <a16:creationId xmlns:a16="http://schemas.microsoft.com/office/drawing/2014/main" id="{8BC43F91-A944-F87E-AF5C-C072540F11F8}"/>
              </a:ext>
            </a:extLst>
          </p:cNvPr>
          <p:cNvSpPr/>
          <p:nvPr/>
        </p:nvSpPr>
        <p:spPr>
          <a:xfrm>
            <a:off x="1930042" y="4029843"/>
            <a:ext cx="689549" cy="37700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a:t>
            </a:r>
          </a:p>
        </p:txBody>
      </p:sp>
    </p:spTree>
    <p:extLst>
      <p:ext uri="{BB962C8B-B14F-4D97-AF65-F5344CB8AC3E}">
        <p14:creationId xmlns:p14="http://schemas.microsoft.com/office/powerpoint/2010/main" val="32434678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76D9E-8493-3B76-7C7A-465371CD77CD}"/>
              </a:ext>
            </a:extLst>
          </p:cNvPr>
          <p:cNvSpPr>
            <a:spLocks noGrp="1"/>
          </p:cNvSpPr>
          <p:nvPr>
            <p:ph type="title"/>
          </p:nvPr>
        </p:nvSpPr>
        <p:spPr>
          <a:xfrm>
            <a:off x="1364390" y="-207142"/>
            <a:ext cx="10018713" cy="1752599"/>
          </a:xfrm>
        </p:spPr>
        <p:txBody>
          <a:bodyPr>
            <a:noAutofit/>
          </a:bodyPr>
          <a:lstStyle/>
          <a:p>
            <a:r>
              <a:rPr lang="en-US" sz="2800" dirty="0"/>
              <a:t>Task-10 Get the Top 3 products in each division that have a high total_sold_quantity in the fiscal_year 2021? The final output contains these fields, division product_code</a:t>
            </a:r>
            <a:endParaRPr lang="en-GB" sz="2800" dirty="0"/>
          </a:p>
        </p:txBody>
      </p:sp>
      <p:pic>
        <p:nvPicPr>
          <p:cNvPr id="5" name="Content Placeholder 4">
            <a:extLst>
              <a:ext uri="{FF2B5EF4-FFF2-40B4-BE49-F238E27FC236}">
                <a16:creationId xmlns:a16="http://schemas.microsoft.com/office/drawing/2014/main" id="{B7979FDA-3331-7FA3-61CC-D78CB69E95D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14204" y="1364105"/>
            <a:ext cx="10977796" cy="5493895"/>
          </a:xfrm>
        </p:spPr>
      </p:pic>
      <p:pic>
        <p:nvPicPr>
          <p:cNvPr id="7" name="Picture 6">
            <a:extLst>
              <a:ext uri="{FF2B5EF4-FFF2-40B4-BE49-F238E27FC236}">
                <a16:creationId xmlns:a16="http://schemas.microsoft.com/office/drawing/2014/main" id="{18B31440-898B-25CC-4B83-A7780E1A101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35908" y="4646951"/>
            <a:ext cx="5956092" cy="1917714"/>
          </a:xfrm>
          <a:prstGeom prst="rect">
            <a:avLst/>
          </a:prstGeom>
        </p:spPr>
      </p:pic>
    </p:spTree>
    <p:extLst>
      <p:ext uri="{BB962C8B-B14F-4D97-AF65-F5344CB8AC3E}">
        <p14:creationId xmlns:p14="http://schemas.microsoft.com/office/powerpoint/2010/main" val="41905666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hart 5">
            <a:extLst>
              <a:ext uri="{FF2B5EF4-FFF2-40B4-BE49-F238E27FC236}">
                <a16:creationId xmlns:a16="http://schemas.microsoft.com/office/drawing/2014/main" id="{D10F9627-F67E-F7C6-EC33-D381A06EF923}"/>
              </a:ext>
            </a:extLst>
          </p:cNvPr>
          <p:cNvGraphicFramePr>
            <a:graphicFrameLocks/>
          </p:cNvGraphicFramePr>
          <p:nvPr>
            <p:extLst>
              <p:ext uri="{D42A27DB-BD31-4B8C-83A1-F6EECF244321}">
                <p14:modId xmlns:p14="http://schemas.microsoft.com/office/powerpoint/2010/main" val="1549821538"/>
              </p:ext>
            </p:extLst>
          </p:nvPr>
        </p:nvGraphicFramePr>
        <p:xfrm>
          <a:off x="7065364" y="3533931"/>
          <a:ext cx="4572000" cy="27432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8" name="Chart 7">
            <a:extLst>
              <a:ext uri="{FF2B5EF4-FFF2-40B4-BE49-F238E27FC236}">
                <a16:creationId xmlns:a16="http://schemas.microsoft.com/office/drawing/2014/main" id="{AF81A576-2EE5-9F14-F83F-9892B1B0B6CD}"/>
              </a:ext>
            </a:extLst>
          </p:cNvPr>
          <p:cNvGraphicFramePr>
            <a:graphicFrameLocks/>
          </p:cNvGraphicFramePr>
          <p:nvPr>
            <p:extLst>
              <p:ext uri="{D42A27DB-BD31-4B8C-83A1-F6EECF244321}">
                <p14:modId xmlns:p14="http://schemas.microsoft.com/office/powerpoint/2010/main" val="3088054304"/>
              </p:ext>
            </p:extLst>
          </p:nvPr>
        </p:nvGraphicFramePr>
        <p:xfrm>
          <a:off x="2336800" y="685800"/>
          <a:ext cx="8591029" cy="2450892"/>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9" name="Chart 8">
            <a:extLst>
              <a:ext uri="{FF2B5EF4-FFF2-40B4-BE49-F238E27FC236}">
                <a16:creationId xmlns:a16="http://schemas.microsoft.com/office/drawing/2014/main" id="{2B6B88EE-ECD0-6F58-D792-8486E2AFB60B}"/>
              </a:ext>
            </a:extLst>
          </p:cNvPr>
          <p:cNvGraphicFramePr>
            <a:graphicFrameLocks/>
          </p:cNvGraphicFramePr>
          <p:nvPr>
            <p:extLst>
              <p:ext uri="{D42A27DB-BD31-4B8C-83A1-F6EECF244321}">
                <p14:modId xmlns:p14="http://schemas.microsoft.com/office/powerpoint/2010/main" val="744317474"/>
              </p:ext>
            </p:extLst>
          </p:nvPr>
        </p:nvGraphicFramePr>
        <p:xfrm>
          <a:off x="2041162" y="3429000"/>
          <a:ext cx="4572000" cy="2743200"/>
        </p:xfrm>
        <a:graphic>
          <a:graphicData uri="http://schemas.openxmlformats.org/drawingml/2006/chart">
            <c:chart xmlns:c="http://schemas.openxmlformats.org/drawingml/2006/chart" xmlns:r="http://schemas.openxmlformats.org/officeDocument/2006/relationships" r:id="rId4"/>
          </a:graphicData>
        </a:graphic>
      </p:graphicFrame>
      <p:sp>
        <p:nvSpPr>
          <p:cNvPr id="2" name="TextBox 1">
            <a:extLst>
              <a:ext uri="{FF2B5EF4-FFF2-40B4-BE49-F238E27FC236}">
                <a16:creationId xmlns:a16="http://schemas.microsoft.com/office/drawing/2014/main" id="{DDF93A7A-E452-F04D-3EB8-816638BB1C7A}"/>
              </a:ext>
            </a:extLst>
          </p:cNvPr>
          <p:cNvSpPr txBox="1"/>
          <p:nvPr/>
        </p:nvSpPr>
        <p:spPr>
          <a:xfrm>
            <a:off x="1683299" y="39549"/>
            <a:ext cx="2983043" cy="707886"/>
          </a:xfrm>
          <a:prstGeom prst="rect">
            <a:avLst/>
          </a:prstGeom>
          <a:noFill/>
        </p:spPr>
        <p:txBody>
          <a:bodyPr wrap="square" rtlCol="0">
            <a:spAutoFit/>
          </a:bodyPr>
          <a:lstStyle/>
          <a:p>
            <a:pPr algn="ctr"/>
            <a:r>
              <a:rPr lang="en-GB" sz="4000" dirty="0"/>
              <a:t>Inside</a:t>
            </a:r>
          </a:p>
        </p:txBody>
      </p:sp>
      <p:sp>
        <p:nvSpPr>
          <p:cNvPr id="3" name="Arrow: Right 2">
            <a:extLst>
              <a:ext uri="{FF2B5EF4-FFF2-40B4-BE49-F238E27FC236}">
                <a16:creationId xmlns:a16="http://schemas.microsoft.com/office/drawing/2014/main" id="{5766AC5E-D0B9-68CF-96AF-A73CBC8359F7}"/>
              </a:ext>
            </a:extLst>
          </p:cNvPr>
          <p:cNvSpPr/>
          <p:nvPr/>
        </p:nvSpPr>
        <p:spPr>
          <a:xfrm>
            <a:off x="1683299" y="225952"/>
            <a:ext cx="689549" cy="37700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a:t>
            </a:r>
          </a:p>
        </p:txBody>
      </p:sp>
    </p:spTree>
    <p:extLst>
      <p:ext uri="{BB962C8B-B14F-4D97-AF65-F5344CB8AC3E}">
        <p14:creationId xmlns:p14="http://schemas.microsoft.com/office/powerpoint/2010/main" val="350759583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7BFD936-FB5B-6F56-7D3D-980552264F9D}"/>
              </a:ext>
            </a:extLst>
          </p:cNvPr>
          <p:cNvSpPr txBox="1"/>
          <p:nvPr/>
        </p:nvSpPr>
        <p:spPr>
          <a:xfrm>
            <a:off x="2053652" y="1184223"/>
            <a:ext cx="10138348" cy="3970318"/>
          </a:xfrm>
          <a:prstGeom prst="rect">
            <a:avLst/>
          </a:prstGeom>
          <a:noFill/>
        </p:spPr>
        <p:txBody>
          <a:bodyPr wrap="square" rtlCol="0">
            <a:spAutoFit/>
          </a:bodyPr>
          <a:lstStyle/>
          <a:p>
            <a:r>
              <a:rPr lang="en-US" sz="2800" dirty="0"/>
              <a:t>Atliq exclusive highlights that the N &amp; S division dominated total sold quantity, with product code A6720160103 (AQ pen drive 2 IN 1) securing rank 1 at 701,373 units sold. </a:t>
            </a:r>
          </a:p>
          <a:p>
            <a:endParaRPr lang="en-US" sz="2800" dirty="0"/>
          </a:p>
          <a:p>
            <a:r>
              <a:rPr lang="en-US" sz="2800" dirty="0"/>
              <a:t>The P &amp; A division also showed strong performance through the AQ gamers </a:t>
            </a:r>
            <a:r>
              <a:rPr lang="en-US" sz="2800" dirty="0" err="1"/>
              <a:t>ms</a:t>
            </a:r>
            <a:r>
              <a:rPr lang="en-US" sz="2800" dirty="0"/>
              <a:t> and AQ maxima </a:t>
            </a:r>
            <a:r>
              <a:rPr lang="en-US" sz="2800" dirty="0" err="1"/>
              <a:t>ms</a:t>
            </a:r>
            <a:r>
              <a:rPr lang="en-US" sz="2800" dirty="0"/>
              <a:t> products, </a:t>
            </a:r>
          </a:p>
          <a:p>
            <a:endParaRPr lang="en-US" sz="2800" dirty="0"/>
          </a:p>
          <a:p>
            <a:r>
              <a:rPr lang="en-US" sz="2800" dirty="0"/>
              <a:t>while the PC division recorded comparatively lower sales volumes, indicating lower market demand within that segment.</a:t>
            </a:r>
            <a:endParaRPr lang="en-GB" sz="2800" dirty="0"/>
          </a:p>
        </p:txBody>
      </p:sp>
    </p:spTree>
    <p:extLst>
      <p:ext uri="{BB962C8B-B14F-4D97-AF65-F5344CB8AC3E}">
        <p14:creationId xmlns:p14="http://schemas.microsoft.com/office/powerpoint/2010/main" val="306640654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61D1DC-0D59-4292-9B4F-30A2CF44EA96}"/>
              </a:ext>
            </a:extLst>
          </p:cNvPr>
          <p:cNvSpPr>
            <a:spLocks noGrp="1"/>
          </p:cNvSpPr>
          <p:nvPr>
            <p:ph type="title"/>
          </p:nvPr>
        </p:nvSpPr>
        <p:spPr>
          <a:xfrm>
            <a:off x="929675" y="2552700"/>
            <a:ext cx="10018713" cy="1752599"/>
          </a:xfrm>
        </p:spPr>
        <p:txBody>
          <a:bodyPr/>
          <a:lstStyle/>
          <a:p>
            <a:r>
              <a:rPr lang="en-GB" b="1" dirty="0"/>
              <a:t>Thank you very much</a:t>
            </a:r>
          </a:p>
        </p:txBody>
      </p:sp>
    </p:spTree>
    <p:extLst>
      <p:ext uri="{BB962C8B-B14F-4D97-AF65-F5344CB8AC3E}">
        <p14:creationId xmlns:p14="http://schemas.microsoft.com/office/powerpoint/2010/main" val="348406627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Red Orange">
      <a:dk1>
        <a:sysClr val="windowText" lastClr="000000"/>
      </a:dk1>
      <a:lt1>
        <a:sysClr val="window" lastClr="FFFFFF"/>
      </a:lt1>
      <a:dk2>
        <a:srgbClr val="505046"/>
      </a:dk2>
      <a:lt2>
        <a:srgbClr val="EEECE1"/>
      </a:lt2>
      <a:accent1>
        <a:srgbClr val="E84C22"/>
      </a:accent1>
      <a:accent2>
        <a:srgbClr val="FFBD47"/>
      </a:accent2>
      <a:accent3>
        <a:srgbClr val="B64926"/>
      </a:accent3>
      <a:accent4>
        <a:srgbClr val="FF8427"/>
      </a:accent4>
      <a:accent5>
        <a:srgbClr val="CC9900"/>
      </a:accent5>
      <a:accent6>
        <a:srgbClr val="B22600"/>
      </a:accent6>
      <a:hlink>
        <a:srgbClr val="CC9900"/>
      </a:hlink>
      <a:folHlink>
        <a:srgbClr val="666699"/>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93B4CCAC-FD5A-4D59-B1AC-EAF45910B5A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TM03457496[[fn=Parallax]]</Template>
  <TotalTime>813</TotalTime>
  <Words>1092</Words>
  <Application>Microsoft Office PowerPoint</Application>
  <PresentationFormat>Widescreen</PresentationFormat>
  <Paragraphs>110</Paragraphs>
  <Slides>25</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25</vt:i4>
      </vt:variant>
    </vt:vector>
  </HeadingPairs>
  <TitlesOfParts>
    <vt:vector size="30" baseType="lpstr">
      <vt:lpstr>Aptos</vt:lpstr>
      <vt:lpstr>Aptos Narrow</vt:lpstr>
      <vt:lpstr>Arial</vt:lpstr>
      <vt:lpstr>Corbel</vt:lpstr>
      <vt:lpstr>Parallax</vt:lpstr>
      <vt:lpstr>AD-Hoc Analysis (consumer good)</vt:lpstr>
      <vt:lpstr>About</vt:lpstr>
      <vt:lpstr>Task -1 . Provide the list of markets in which customer  "Atliq  Exclusive"  operates its   business in the  APAC  region.</vt:lpstr>
      <vt:lpstr>PowerPoint Presentation</vt:lpstr>
      <vt:lpstr>Task – 2    What is the percentage of unique product increase in 2021 vs. 2020? The final output contains these fields, unique_products_2020 ,unique_products_2021 ,percentage_chg </vt:lpstr>
      <vt:lpstr>PowerPoint Presentation</vt:lpstr>
      <vt:lpstr>Task -3 Provide a report with all the unique product counts for each  segment  and sort them in descending order of product counts. The final output contains 2 fields, segment ,product_count </vt:lpstr>
      <vt:lpstr>PowerPoint Presentation</vt:lpstr>
      <vt:lpstr>Task-4 Follow-up: Which segment had the most increase in unique products in 2021 vs 2020?  The final output contains these fields, segment,product_count_2020, product_count_2021, difference </vt:lpstr>
      <vt:lpstr>PowerPoint Presentation</vt:lpstr>
      <vt:lpstr>Task -5   Get the products that have the highest and lowest manufacturing costs. The final output should contain these fields, product_code ,product, manufacturing_cost,</vt:lpstr>
      <vt:lpstr>PowerPoint Presentation</vt:lpstr>
      <vt:lpstr>Task-6 Generate a report which contains the top 5 customers who received an average high  pre_invoice_discount_pct  for the  fiscal  year 2021  and in the Indian  market. The final output contains these fields, customer_code, customer ,average_discount_percentage</vt:lpstr>
      <vt:lpstr>PowerPoint Presentation</vt:lpstr>
      <vt:lpstr>Task-7  Get the complete report of the Gross sales amount for the customer  “Atliq Exclusive”  for each month  .  This analysis helps to  get an idea of low and high-performing months and take strategic decisions. The final report contains these columns: Month ,Year ,Gross sales Amount</vt:lpstr>
      <vt:lpstr>PowerPoint Presentation</vt:lpstr>
      <vt:lpstr>PowerPoint Presentation</vt:lpstr>
      <vt:lpstr> task-8 In which quarter of 2020, got the maximum total_sold_quantity? The final output contains these fields sorted by the total_sold_quantity, Quarter ,total_sold_quantity</vt:lpstr>
      <vt:lpstr>PowerPoint Presentation</vt:lpstr>
      <vt:lpstr>Task – 9 Which channel helped to bring more gross sales in the fiscal year 2021 and the percentage of contribution?  The final output  contains these fields, channel ,gross_sales_mln, percentage </vt:lpstr>
      <vt:lpstr>PowerPoint Presentation</vt:lpstr>
      <vt:lpstr>Task-10 Get the Top 3 products in each division that have a high total_sold_quantity in the fiscal_year 2021? The final output contains these fields, division product_code</vt:lpstr>
      <vt:lpstr>PowerPoint Presentation</vt:lpstr>
      <vt:lpstr>PowerPoint Presentation</vt:lpstr>
      <vt:lpstr>Thank you very much</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Abhishek Patel</dc:creator>
  <cp:lastModifiedBy>Abhishek Patel</cp:lastModifiedBy>
  <cp:revision>5</cp:revision>
  <dcterms:created xsi:type="dcterms:W3CDTF">2026-07-09T14:44:28Z</dcterms:created>
  <dcterms:modified xsi:type="dcterms:W3CDTF">2026-07-23T14:14:36Z</dcterms:modified>
</cp:coreProperties>
</file>